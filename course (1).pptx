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y="5143500" cx="9144000"/>
  <p:notesSz cx="6858000" cy="9144000"/>
  <p:embeddedFontLst>
    <p:embeddedFont>
      <p:font typeface="League Spartan"/>
      <p:regular r:id="rId38"/>
      <p:bold r:id="rId39"/>
    </p:embeddedFont>
    <p:embeddedFont>
      <p:font typeface="Roboto"/>
      <p:regular r:id="rId40"/>
      <p:bold r:id="rId41"/>
      <p:italic r:id="rId42"/>
      <p:boldItalic r:id="rId43"/>
    </p:embeddedFont>
    <p:embeddedFont>
      <p:font typeface="Poppins"/>
      <p:regular r:id="rId44"/>
      <p:bold r:id="rId45"/>
      <p:italic r:id="rId46"/>
      <p:boldItalic r:id="rId47"/>
    </p:embeddedFont>
    <p:embeddedFont>
      <p:font typeface="Lora SemiBold"/>
      <p:regular r:id="rId48"/>
      <p:bold r:id="rId49"/>
      <p:italic r:id="rId50"/>
      <p:boldItalic r:id="rId51"/>
    </p:embeddedFont>
    <p:embeddedFont>
      <p:font typeface="Lora"/>
      <p:regular r:id="rId52"/>
      <p:bold r:id="rId53"/>
      <p:italic r:id="rId54"/>
      <p:boldItalic r:id="rId55"/>
    </p:embeddedFont>
    <p:embeddedFont>
      <p:font typeface="Archivo Black"/>
      <p:regular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regular.fntdata"/><Relationship Id="rId42" Type="http://schemas.openxmlformats.org/officeDocument/2006/relationships/font" Target="fonts/Roboto-italic.fntdata"/><Relationship Id="rId41" Type="http://schemas.openxmlformats.org/officeDocument/2006/relationships/font" Target="fonts/Roboto-bold.fntdata"/><Relationship Id="rId44" Type="http://schemas.openxmlformats.org/officeDocument/2006/relationships/font" Target="fonts/Poppins-regular.fntdata"/><Relationship Id="rId43" Type="http://schemas.openxmlformats.org/officeDocument/2006/relationships/font" Target="fonts/Roboto-boldItalic.fntdata"/><Relationship Id="rId46" Type="http://schemas.openxmlformats.org/officeDocument/2006/relationships/font" Target="fonts/Poppins-italic.fntdata"/><Relationship Id="rId45" Type="http://schemas.openxmlformats.org/officeDocument/2006/relationships/font" Target="fonts/Poppins-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LoraSemiBold-regular.fntdata"/><Relationship Id="rId47" Type="http://schemas.openxmlformats.org/officeDocument/2006/relationships/font" Target="fonts/Poppins-boldItalic.fntdata"/><Relationship Id="rId49" Type="http://schemas.openxmlformats.org/officeDocument/2006/relationships/font" Target="fonts/LoraSemiBold-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font" Target="fonts/LeagueSpartan-bold.fntdata"/><Relationship Id="rId38" Type="http://schemas.openxmlformats.org/officeDocument/2006/relationships/font" Target="fonts/LeagueSpartan-regular.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LoraSemiBold-boldItalic.fntdata"/><Relationship Id="rId50" Type="http://schemas.openxmlformats.org/officeDocument/2006/relationships/font" Target="fonts/LoraSemiBold-italic.fntdata"/><Relationship Id="rId53" Type="http://schemas.openxmlformats.org/officeDocument/2006/relationships/font" Target="fonts/Lora-bold.fntdata"/><Relationship Id="rId52" Type="http://schemas.openxmlformats.org/officeDocument/2006/relationships/font" Target="fonts/Lora-regular.fntdata"/><Relationship Id="rId11" Type="http://schemas.openxmlformats.org/officeDocument/2006/relationships/slide" Target="slides/slide5.xml"/><Relationship Id="rId55" Type="http://schemas.openxmlformats.org/officeDocument/2006/relationships/font" Target="fonts/Lora-boldItalic.fntdata"/><Relationship Id="rId10" Type="http://schemas.openxmlformats.org/officeDocument/2006/relationships/slide" Target="slides/slide4.xml"/><Relationship Id="rId54" Type="http://schemas.openxmlformats.org/officeDocument/2006/relationships/font" Target="fonts/Lora-italic.fntdata"/><Relationship Id="rId13" Type="http://schemas.openxmlformats.org/officeDocument/2006/relationships/slide" Target="slides/slide7.xml"/><Relationship Id="rId12" Type="http://schemas.openxmlformats.org/officeDocument/2006/relationships/slide" Target="slides/slide6.xml"/><Relationship Id="rId56" Type="http://schemas.openxmlformats.org/officeDocument/2006/relationships/font" Target="fonts/ArchivoBlack-regular.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ae95a3b03a_1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3ae95a3b03a_1_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ae95a3b03a_1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g3ae95a3b03a_1_9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ae95a3b03a_1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g3ae95a3b03a_1_10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ae95a3b03a_1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g3ae95a3b03a_1_1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ae95a3b03a_1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g3ae95a3b03a_1_16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ae95a3b03a_1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g3ae95a3b03a_1_17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ae95a3b03a_1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g3ae95a3b03a_1_18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ae95a3b03a_1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g3ae95a3b03a_1_19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ae95a3b03a_1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g3ae95a3b03a_1_20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ae95a3b03a_1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g3ae95a3b03a_1_2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ae95a3b03a_1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g3ae95a3b03a_1_2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ae95a3b03a_1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g3ae95a3b03a_1_2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ae95a3b03a_1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g3ae95a3b03a_1_2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ae95a3b03a_1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g3ae95a3b03a_1_27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ae95a3b03a_1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g3ae95a3b03a_1_28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ae95a3b03a_1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g3ae95a3b03a_1_29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ae95a3b03a_1_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g3ae95a3b03a_1_3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ae95a3b03a_1_3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g3ae95a3b03a_1_3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ae95a3b03a_1_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g3ae95a3b03a_1_35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ae95a3b03a_1_3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g3ae95a3b03a_1_36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ae95a3b03a_1_3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g3ae95a3b03a_1_37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ae95a3b03a_1_3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g3ae95a3b03a_1_38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ae95a3b03a_1_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g3ae95a3b03a_1_38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ae95a3b03a_1_3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g3ae95a3b03a_1_39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3ae95a3b03a_1_3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g3ae95a3b03a_1_39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3ae95a3b03a_1_4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g3ae95a3b03a_1_4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ae95a3b03a_1_4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g3ae95a3b03a_1_4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ae95a3b03a_1_4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g3ae95a3b03a_1_4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3ae95a3b03a_1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g3ae95a3b03a_1_45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3ae95a3b03a_1_4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g3ae95a3b03a_1_46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ae95a3b03a_1_4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g3ae95a3b03a_1_46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8" name="Google Shape;58;p1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9" name="Google Shape;59;p1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342900" y="1065213"/>
            <a:ext cx="3886200" cy="735013"/>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2" name="Google Shape;62;p15"/>
          <p:cNvSpPr txBox="1"/>
          <p:nvPr>
            <p:ph idx="1" type="subTitle"/>
          </p:nvPr>
        </p:nvSpPr>
        <p:spPr>
          <a:xfrm>
            <a:off x="685800" y="1943100"/>
            <a:ext cx="3200400" cy="876300"/>
          </a:xfrm>
          <a:prstGeom prst="rect">
            <a:avLst/>
          </a:prstGeom>
          <a:noFill/>
          <a:ln>
            <a:noFill/>
          </a:ln>
        </p:spPr>
        <p:txBody>
          <a:bodyPr anchorCtr="0" anchor="t" bIns="22850" lIns="45725" spcFirstLastPara="1" rIns="45725" wrap="square" tIns="22850">
            <a:normAutofit/>
          </a:bodyPr>
          <a:lstStyle>
            <a:lvl1pPr lvl="0" algn="ctr">
              <a:spcBef>
                <a:spcPts val="300"/>
              </a:spcBef>
              <a:spcAft>
                <a:spcPts val="0"/>
              </a:spcAft>
              <a:buClr>
                <a:srgbClr val="888888"/>
              </a:buClr>
              <a:buSzPts val="1600"/>
              <a:buNone/>
              <a:defRPr>
                <a:solidFill>
                  <a:srgbClr val="888888"/>
                </a:solidFill>
              </a:defRPr>
            </a:lvl1pPr>
            <a:lvl2pPr lvl="1" algn="ctr">
              <a:spcBef>
                <a:spcPts val="300"/>
              </a:spcBef>
              <a:spcAft>
                <a:spcPts val="0"/>
              </a:spcAft>
              <a:buClr>
                <a:srgbClr val="888888"/>
              </a:buClr>
              <a:buSzPts val="1400"/>
              <a:buNone/>
              <a:defRPr>
                <a:solidFill>
                  <a:srgbClr val="888888"/>
                </a:solidFill>
              </a:defRPr>
            </a:lvl2pPr>
            <a:lvl3pPr lvl="2" algn="ctr">
              <a:spcBef>
                <a:spcPts val="200"/>
              </a:spcBef>
              <a:spcAft>
                <a:spcPts val="0"/>
              </a:spcAft>
              <a:buClr>
                <a:srgbClr val="888888"/>
              </a:buClr>
              <a:buSzPts val="1200"/>
              <a:buNone/>
              <a:defRPr>
                <a:solidFill>
                  <a:srgbClr val="888888"/>
                </a:solidFill>
              </a:defRPr>
            </a:lvl3pPr>
            <a:lvl4pPr lvl="3" algn="ctr">
              <a:spcBef>
                <a:spcPts val="200"/>
              </a:spcBef>
              <a:spcAft>
                <a:spcPts val="0"/>
              </a:spcAft>
              <a:buClr>
                <a:srgbClr val="888888"/>
              </a:buClr>
              <a:buSzPts val="1000"/>
              <a:buNone/>
              <a:defRPr>
                <a:solidFill>
                  <a:srgbClr val="888888"/>
                </a:solidFill>
              </a:defRPr>
            </a:lvl4pPr>
            <a:lvl5pPr lvl="4" algn="ctr">
              <a:spcBef>
                <a:spcPts val="200"/>
              </a:spcBef>
              <a:spcAft>
                <a:spcPts val="0"/>
              </a:spcAft>
              <a:buClr>
                <a:srgbClr val="888888"/>
              </a:buClr>
              <a:buSzPts val="1000"/>
              <a:buNone/>
              <a:defRPr>
                <a:solidFill>
                  <a:srgbClr val="888888"/>
                </a:solidFill>
              </a:defRPr>
            </a:lvl5pPr>
            <a:lvl6pPr lvl="5" algn="ctr">
              <a:spcBef>
                <a:spcPts val="200"/>
              </a:spcBef>
              <a:spcAft>
                <a:spcPts val="0"/>
              </a:spcAft>
              <a:buClr>
                <a:srgbClr val="888888"/>
              </a:buClr>
              <a:buSzPts val="1000"/>
              <a:buNone/>
              <a:defRPr>
                <a:solidFill>
                  <a:srgbClr val="888888"/>
                </a:solidFill>
              </a:defRPr>
            </a:lvl6pPr>
            <a:lvl7pPr lvl="6" algn="ctr">
              <a:spcBef>
                <a:spcPts val="200"/>
              </a:spcBef>
              <a:spcAft>
                <a:spcPts val="0"/>
              </a:spcAft>
              <a:buClr>
                <a:srgbClr val="888888"/>
              </a:buClr>
              <a:buSzPts val="1000"/>
              <a:buNone/>
              <a:defRPr>
                <a:solidFill>
                  <a:srgbClr val="888888"/>
                </a:solidFill>
              </a:defRPr>
            </a:lvl7pPr>
            <a:lvl8pPr lvl="7" algn="ctr">
              <a:spcBef>
                <a:spcPts val="200"/>
              </a:spcBef>
              <a:spcAft>
                <a:spcPts val="0"/>
              </a:spcAft>
              <a:buClr>
                <a:srgbClr val="888888"/>
              </a:buClr>
              <a:buSzPts val="1000"/>
              <a:buNone/>
              <a:defRPr>
                <a:solidFill>
                  <a:srgbClr val="888888"/>
                </a:solidFill>
              </a:defRPr>
            </a:lvl8pPr>
            <a:lvl9pPr lvl="8" algn="ctr">
              <a:spcBef>
                <a:spcPts val="200"/>
              </a:spcBef>
              <a:spcAft>
                <a:spcPts val="0"/>
              </a:spcAft>
              <a:buClr>
                <a:srgbClr val="888888"/>
              </a:buClr>
              <a:buSzPts val="1000"/>
              <a:buNone/>
              <a:defRPr>
                <a:solidFill>
                  <a:srgbClr val="888888"/>
                </a:solidFill>
              </a:defRPr>
            </a:lvl9pPr>
          </a:lstStyle>
          <a:p/>
        </p:txBody>
      </p:sp>
      <p:sp>
        <p:nvSpPr>
          <p:cNvPr id="63" name="Google Shape;63;p15"/>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4" name="Google Shape;64;p15"/>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5" name="Google Shape;65;p15"/>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8" name="Google Shape;68;p16"/>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69" name="Google Shape;69;p16"/>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0" name="Google Shape;70;p16"/>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1" name="Google Shape;71;p16"/>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361156" y="2203450"/>
            <a:ext cx="3886200" cy="681038"/>
          </a:xfrm>
          <a:prstGeom prst="rect">
            <a:avLst/>
          </a:prstGeom>
          <a:noFill/>
          <a:ln>
            <a:noFill/>
          </a:ln>
        </p:spPr>
        <p:txBody>
          <a:bodyPr anchorCtr="0" anchor="t" bIns="22850" lIns="45725" spcFirstLastPara="1" rIns="45725" wrap="square" tIns="22850">
            <a:normAutofit/>
          </a:bodyPr>
          <a:lstStyle>
            <a:lvl1pPr lvl="0" algn="l">
              <a:spcBef>
                <a:spcPts val="0"/>
              </a:spcBef>
              <a:spcAft>
                <a:spcPts val="0"/>
              </a:spcAft>
              <a:buClr>
                <a:schemeClr val="dk1"/>
              </a:buClr>
              <a:buSzPts val="2000"/>
              <a:buFont typeface="Calibri"/>
              <a:buNone/>
              <a:defRPr b="1" sz="2000" cap="none"/>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74" name="Google Shape;74;p17"/>
          <p:cNvSpPr txBox="1"/>
          <p:nvPr>
            <p:ph idx="1" type="body"/>
          </p:nvPr>
        </p:nvSpPr>
        <p:spPr>
          <a:xfrm>
            <a:off x="361156" y="1453357"/>
            <a:ext cx="3886200" cy="750094"/>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rgbClr val="888888"/>
              </a:buClr>
              <a:buSzPts val="1000"/>
              <a:buNone/>
              <a:defRPr sz="1000">
                <a:solidFill>
                  <a:srgbClr val="888888"/>
                </a:solidFill>
              </a:defRPr>
            </a:lvl1pPr>
            <a:lvl2pPr indent="-228600" lvl="1" marL="914400" algn="l">
              <a:spcBef>
                <a:spcPts val="200"/>
              </a:spcBef>
              <a:spcAft>
                <a:spcPts val="0"/>
              </a:spcAft>
              <a:buClr>
                <a:srgbClr val="888888"/>
              </a:buClr>
              <a:buSzPts val="900"/>
              <a:buNone/>
              <a:defRPr sz="900">
                <a:solidFill>
                  <a:srgbClr val="888888"/>
                </a:solidFill>
              </a:defRPr>
            </a:lvl2pPr>
            <a:lvl3pPr indent="-228600" lvl="2" marL="1371600" algn="l">
              <a:spcBef>
                <a:spcPts val="200"/>
              </a:spcBef>
              <a:spcAft>
                <a:spcPts val="0"/>
              </a:spcAft>
              <a:buClr>
                <a:srgbClr val="888888"/>
              </a:buClr>
              <a:buSzPts val="800"/>
              <a:buNone/>
              <a:defRPr sz="800">
                <a:solidFill>
                  <a:srgbClr val="888888"/>
                </a:solidFill>
              </a:defRPr>
            </a:lvl3pPr>
            <a:lvl4pPr indent="-228600" lvl="3" marL="1828800" algn="l">
              <a:spcBef>
                <a:spcPts val="100"/>
              </a:spcBef>
              <a:spcAft>
                <a:spcPts val="0"/>
              </a:spcAft>
              <a:buClr>
                <a:srgbClr val="888888"/>
              </a:buClr>
              <a:buSzPts val="700"/>
              <a:buNone/>
              <a:defRPr sz="700">
                <a:solidFill>
                  <a:srgbClr val="888888"/>
                </a:solidFill>
              </a:defRPr>
            </a:lvl4pPr>
            <a:lvl5pPr indent="-228600" lvl="4" marL="2286000" algn="l">
              <a:spcBef>
                <a:spcPts val="100"/>
              </a:spcBef>
              <a:spcAft>
                <a:spcPts val="0"/>
              </a:spcAft>
              <a:buClr>
                <a:srgbClr val="888888"/>
              </a:buClr>
              <a:buSzPts val="700"/>
              <a:buNone/>
              <a:defRPr sz="700">
                <a:solidFill>
                  <a:srgbClr val="888888"/>
                </a:solidFill>
              </a:defRPr>
            </a:lvl5pPr>
            <a:lvl6pPr indent="-228600" lvl="5" marL="2743200" algn="l">
              <a:spcBef>
                <a:spcPts val="100"/>
              </a:spcBef>
              <a:spcAft>
                <a:spcPts val="0"/>
              </a:spcAft>
              <a:buClr>
                <a:srgbClr val="888888"/>
              </a:buClr>
              <a:buSzPts val="700"/>
              <a:buNone/>
              <a:defRPr sz="700">
                <a:solidFill>
                  <a:srgbClr val="888888"/>
                </a:solidFill>
              </a:defRPr>
            </a:lvl6pPr>
            <a:lvl7pPr indent="-228600" lvl="6" marL="3200400" algn="l">
              <a:spcBef>
                <a:spcPts val="100"/>
              </a:spcBef>
              <a:spcAft>
                <a:spcPts val="0"/>
              </a:spcAft>
              <a:buClr>
                <a:srgbClr val="888888"/>
              </a:buClr>
              <a:buSzPts val="700"/>
              <a:buNone/>
              <a:defRPr sz="700">
                <a:solidFill>
                  <a:srgbClr val="888888"/>
                </a:solidFill>
              </a:defRPr>
            </a:lvl7pPr>
            <a:lvl8pPr indent="-228600" lvl="7" marL="3657600" algn="l">
              <a:spcBef>
                <a:spcPts val="100"/>
              </a:spcBef>
              <a:spcAft>
                <a:spcPts val="0"/>
              </a:spcAft>
              <a:buClr>
                <a:srgbClr val="888888"/>
              </a:buClr>
              <a:buSzPts val="700"/>
              <a:buNone/>
              <a:defRPr sz="700">
                <a:solidFill>
                  <a:srgbClr val="888888"/>
                </a:solidFill>
              </a:defRPr>
            </a:lvl8pPr>
            <a:lvl9pPr indent="-228600" lvl="8" marL="4114800" algn="l">
              <a:spcBef>
                <a:spcPts val="100"/>
              </a:spcBef>
              <a:spcAft>
                <a:spcPts val="0"/>
              </a:spcAft>
              <a:buClr>
                <a:srgbClr val="888888"/>
              </a:buClr>
              <a:buSzPts val="700"/>
              <a:buNone/>
              <a:defRPr sz="700">
                <a:solidFill>
                  <a:srgbClr val="888888"/>
                </a:solidFill>
              </a:defRPr>
            </a:lvl9pPr>
          </a:lstStyle>
          <a:p/>
        </p:txBody>
      </p:sp>
      <p:sp>
        <p:nvSpPr>
          <p:cNvPr id="75" name="Google Shape;75;p17"/>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6" name="Google Shape;76;p17"/>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7" name="Google Shape;77;p17"/>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0" name="Google Shape;80;p18"/>
          <p:cNvSpPr txBox="1"/>
          <p:nvPr>
            <p:ph idx="1" type="body"/>
          </p:nvPr>
        </p:nvSpPr>
        <p:spPr>
          <a:xfrm>
            <a:off x="2286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81" name="Google Shape;81;p18"/>
          <p:cNvSpPr txBox="1"/>
          <p:nvPr>
            <p:ph idx="2" type="body"/>
          </p:nvPr>
        </p:nvSpPr>
        <p:spPr>
          <a:xfrm>
            <a:off x="23241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82" name="Google Shape;82;p18"/>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3" name="Google Shape;83;p18"/>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4" name="Google Shape;84;p18"/>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2200"/>
              <a:buFont typeface="Calibri"/>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7" name="Google Shape;87;p19"/>
          <p:cNvSpPr txBox="1"/>
          <p:nvPr>
            <p:ph idx="1" type="body"/>
          </p:nvPr>
        </p:nvSpPr>
        <p:spPr>
          <a:xfrm>
            <a:off x="228600" y="767556"/>
            <a:ext cx="2020094" cy="319881"/>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88" name="Google Shape;88;p19"/>
          <p:cNvSpPr txBox="1"/>
          <p:nvPr>
            <p:ph idx="2" type="body"/>
          </p:nvPr>
        </p:nvSpPr>
        <p:spPr>
          <a:xfrm>
            <a:off x="228600" y="1087438"/>
            <a:ext cx="2020094" cy="1975644"/>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89" name="Google Shape;89;p19"/>
          <p:cNvSpPr txBox="1"/>
          <p:nvPr>
            <p:ph idx="3" type="body"/>
          </p:nvPr>
        </p:nvSpPr>
        <p:spPr>
          <a:xfrm>
            <a:off x="2322513" y="767556"/>
            <a:ext cx="2020888" cy="319881"/>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90" name="Google Shape;90;p19"/>
          <p:cNvSpPr txBox="1"/>
          <p:nvPr>
            <p:ph idx="4" type="body"/>
          </p:nvPr>
        </p:nvSpPr>
        <p:spPr>
          <a:xfrm>
            <a:off x="2322513" y="1087438"/>
            <a:ext cx="2020888" cy="1975644"/>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91" name="Google Shape;91;p19"/>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2" name="Google Shape;92;p19"/>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3" name="Google Shape;93;p19"/>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96" name="Google Shape;96;p20"/>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7" name="Google Shape;97;p20"/>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8" name="Google Shape;98;p20"/>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228600" y="136525"/>
            <a:ext cx="1504157" cy="581025"/>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1" name="Google Shape;101;p21"/>
          <p:cNvSpPr txBox="1"/>
          <p:nvPr>
            <p:ph idx="1" type="body"/>
          </p:nvPr>
        </p:nvSpPr>
        <p:spPr>
          <a:xfrm>
            <a:off x="1787525" y="136525"/>
            <a:ext cx="2555875" cy="2926557"/>
          </a:xfrm>
          <a:prstGeom prst="rect">
            <a:avLst/>
          </a:prstGeom>
          <a:noFill/>
          <a:ln>
            <a:noFill/>
          </a:ln>
        </p:spPr>
        <p:txBody>
          <a:bodyPr anchorCtr="0" anchor="t" bIns="22850" lIns="45725" spcFirstLastPara="1" rIns="45725" wrap="square" tIns="22850">
            <a:normAutofit/>
          </a:bodyPr>
          <a:lstStyle>
            <a:lvl1pPr indent="-330200" lvl="0" marL="457200" algn="l">
              <a:spcBef>
                <a:spcPts val="300"/>
              </a:spcBef>
              <a:spcAft>
                <a:spcPts val="0"/>
              </a:spcAft>
              <a:buClr>
                <a:schemeClr val="dk1"/>
              </a:buClr>
              <a:buSzPts val="1600"/>
              <a:buChar char="•"/>
              <a:defRPr sz="1600"/>
            </a:lvl1pPr>
            <a:lvl2pPr indent="-317500" lvl="1" marL="914400" algn="l">
              <a:spcBef>
                <a:spcPts val="300"/>
              </a:spcBef>
              <a:spcAft>
                <a:spcPts val="0"/>
              </a:spcAft>
              <a:buClr>
                <a:schemeClr val="dk1"/>
              </a:buClr>
              <a:buSzPts val="1400"/>
              <a:buChar char="–"/>
              <a:defRPr sz="1400"/>
            </a:lvl2pPr>
            <a:lvl3pPr indent="-304800" lvl="2" marL="1371600" algn="l">
              <a:spcBef>
                <a:spcPts val="200"/>
              </a:spcBef>
              <a:spcAft>
                <a:spcPts val="0"/>
              </a:spcAft>
              <a:buClr>
                <a:schemeClr val="dk1"/>
              </a:buClr>
              <a:buSzPts val="1200"/>
              <a:buChar char="•"/>
              <a:defRPr sz="1200"/>
            </a:lvl3pPr>
            <a:lvl4pPr indent="-292100" lvl="3" marL="1828800" algn="l">
              <a:spcBef>
                <a:spcPts val="200"/>
              </a:spcBef>
              <a:spcAft>
                <a:spcPts val="0"/>
              </a:spcAft>
              <a:buClr>
                <a:schemeClr val="dk1"/>
              </a:buClr>
              <a:buSzPts val="1000"/>
              <a:buChar char="–"/>
              <a:defRPr sz="1000"/>
            </a:lvl4pPr>
            <a:lvl5pPr indent="-292100" lvl="4" marL="2286000" algn="l">
              <a:spcBef>
                <a:spcPts val="200"/>
              </a:spcBef>
              <a:spcAft>
                <a:spcPts val="0"/>
              </a:spcAft>
              <a:buClr>
                <a:schemeClr val="dk1"/>
              </a:buClr>
              <a:buSzPts val="1000"/>
              <a:buChar char="»"/>
              <a:defRPr sz="1000"/>
            </a:lvl5pPr>
            <a:lvl6pPr indent="-292100" lvl="5" marL="2743200" algn="l">
              <a:spcBef>
                <a:spcPts val="200"/>
              </a:spcBef>
              <a:spcAft>
                <a:spcPts val="0"/>
              </a:spcAft>
              <a:buClr>
                <a:schemeClr val="dk1"/>
              </a:buClr>
              <a:buSzPts val="1000"/>
              <a:buChar char="•"/>
              <a:defRPr sz="1000"/>
            </a:lvl6pPr>
            <a:lvl7pPr indent="-292100" lvl="6" marL="3200400" algn="l">
              <a:spcBef>
                <a:spcPts val="200"/>
              </a:spcBef>
              <a:spcAft>
                <a:spcPts val="0"/>
              </a:spcAft>
              <a:buClr>
                <a:schemeClr val="dk1"/>
              </a:buClr>
              <a:buSzPts val="1000"/>
              <a:buChar char="•"/>
              <a:defRPr sz="1000"/>
            </a:lvl7pPr>
            <a:lvl8pPr indent="-292100" lvl="7" marL="3657600" algn="l">
              <a:spcBef>
                <a:spcPts val="200"/>
              </a:spcBef>
              <a:spcAft>
                <a:spcPts val="0"/>
              </a:spcAft>
              <a:buClr>
                <a:schemeClr val="dk1"/>
              </a:buClr>
              <a:buSzPts val="1000"/>
              <a:buChar char="•"/>
              <a:defRPr sz="1000"/>
            </a:lvl8pPr>
            <a:lvl9pPr indent="-292100" lvl="8" marL="4114800" algn="l">
              <a:spcBef>
                <a:spcPts val="200"/>
              </a:spcBef>
              <a:spcAft>
                <a:spcPts val="0"/>
              </a:spcAft>
              <a:buClr>
                <a:schemeClr val="dk1"/>
              </a:buClr>
              <a:buSzPts val="1000"/>
              <a:buChar char="•"/>
              <a:defRPr sz="1000"/>
            </a:lvl9pPr>
          </a:lstStyle>
          <a:p/>
        </p:txBody>
      </p:sp>
      <p:sp>
        <p:nvSpPr>
          <p:cNvPr id="102" name="Google Shape;102;p21"/>
          <p:cNvSpPr txBox="1"/>
          <p:nvPr>
            <p:ph idx="2" type="body"/>
          </p:nvPr>
        </p:nvSpPr>
        <p:spPr>
          <a:xfrm>
            <a:off x="228600" y="717550"/>
            <a:ext cx="1504157" cy="2345532"/>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103" name="Google Shape;103;p21"/>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4" name="Google Shape;104;p21"/>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5" name="Google Shape;105;p21"/>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896144" y="2400300"/>
            <a:ext cx="2743200" cy="283369"/>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8" name="Google Shape;108;p22"/>
          <p:cNvSpPr/>
          <p:nvPr>
            <p:ph idx="2" type="pic"/>
          </p:nvPr>
        </p:nvSpPr>
        <p:spPr>
          <a:xfrm>
            <a:off x="896144" y="306388"/>
            <a:ext cx="2743200" cy="2057400"/>
          </a:xfrm>
          <a:prstGeom prst="rect">
            <a:avLst/>
          </a:prstGeom>
          <a:noFill/>
          <a:ln>
            <a:noFill/>
          </a:ln>
        </p:spPr>
      </p:sp>
      <p:sp>
        <p:nvSpPr>
          <p:cNvPr id="109" name="Google Shape;109;p22"/>
          <p:cNvSpPr txBox="1"/>
          <p:nvPr>
            <p:ph idx="1" type="body"/>
          </p:nvPr>
        </p:nvSpPr>
        <p:spPr>
          <a:xfrm>
            <a:off x="896144" y="2683669"/>
            <a:ext cx="2743200" cy="402431"/>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110" name="Google Shape;110;p22"/>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1" name="Google Shape;111;p22"/>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2" name="Google Shape;112;p22"/>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15" name="Google Shape;115;p23"/>
          <p:cNvSpPr txBox="1"/>
          <p:nvPr>
            <p:ph idx="1" type="body"/>
          </p:nvPr>
        </p:nvSpPr>
        <p:spPr>
          <a:xfrm rot="5400000">
            <a:off x="1154509" y="-125809"/>
            <a:ext cx="2262982" cy="41148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16" name="Google Shape;116;p2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7" name="Google Shape;117;p2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8" name="Google Shape;118;p2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2366169" y="1085850"/>
            <a:ext cx="2925763" cy="10287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21" name="Google Shape;121;p24"/>
          <p:cNvSpPr txBox="1"/>
          <p:nvPr>
            <p:ph idx="1" type="body"/>
          </p:nvPr>
        </p:nvSpPr>
        <p:spPr>
          <a:xfrm rot="5400000">
            <a:off x="270669" y="95250"/>
            <a:ext cx="2925763" cy="30099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22" name="Google Shape;122;p2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3" name="Google Shape;123;p2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4" name="Google Shape;124;p2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ru"/>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marR="0" rtl="0" algn="ctr">
              <a:spcBef>
                <a:spcPts val="0"/>
              </a:spcBef>
              <a:spcAft>
                <a:spcPts val="0"/>
              </a:spcAft>
              <a:buClr>
                <a:schemeClr val="dk1"/>
              </a:buClr>
              <a:buSzPts val="2200"/>
              <a:buFont typeface="Calibri"/>
              <a:buNone/>
              <a:defRPr b="0" i="0" sz="2200" u="none" cap="none" strike="noStrike">
                <a:solidFill>
                  <a:schemeClr val="dk1"/>
                </a:solidFill>
                <a:latin typeface="Calibri"/>
                <a:ea typeface="Calibri"/>
                <a:cs typeface="Calibri"/>
                <a:sym typeface="Calibri"/>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p:txBody>
      </p:sp>
      <p:sp>
        <p:nvSpPr>
          <p:cNvPr id="52" name="Google Shape;52;p13"/>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330200" lvl="0" marL="457200" marR="0" rtl="0" algn="l">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1pPr>
            <a:lvl2pPr indent="-317500" lvl="1" marL="914400" marR="0" rtl="0" algn="l">
              <a:spcBef>
                <a:spcPts val="3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2pPr>
            <a:lvl3pPr indent="-304800" lvl="2" marL="1371600" marR="0" rtl="0" algn="l">
              <a:spcBef>
                <a:spcPts val="2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3pPr>
            <a:lvl4pPr indent="-292100" lvl="3" marL="1828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4pPr>
            <a:lvl5pPr indent="-292100" lvl="4" marL="22860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5pPr>
            <a:lvl6pPr indent="-292100" lvl="5" marL="27432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6pPr>
            <a:lvl7pPr indent="-292100" lvl="6" marL="32004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7pPr>
            <a:lvl8pPr indent="-292100" lvl="7" marL="36576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8pPr>
            <a:lvl9pPr indent="-292100" lvl="8" marL="4114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marR="0" rtl="0" algn="l">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marR="0" rtl="0" algn="ctr">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rtl="0" algn="r">
              <a:spcBef>
                <a:spcPts val="0"/>
              </a:spcBef>
              <a:buNone/>
              <a:defRPr b="0" i="0" sz="600" u="none" cap="none" strike="noStrike">
                <a:solidFill>
                  <a:srgbClr val="888888"/>
                </a:solidFill>
                <a:latin typeface="Calibri"/>
                <a:ea typeface="Calibri"/>
                <a:cs typeface="Calibri"/>
                <a:sym typeface="Calibri"/>
              </a:defRPr>
            </a:lvl1pPr>
            <a:lvl2pPr indent="0" lvl="1" marL="0" marR="0" rtl="0" algn="r">
              <a:spcBef>
                <a:spcPts val="0"/>
              </a:spcBef>
              <a:buNone/>
              <a:defRPr b="0" i="0" sz="600" u="none" cap="none" strike="noStrike">
                <a:solidFill>
                  <a:srgbClr val="888888"/>
                </a:solidFill>
                <a:latin typeface="Calibri"/>
                <a:ea typeface="Calibri"/>
                <a:cs typeface="Calibri"/>
                <a:sym typeface="Calibri"/>
              </a:defRPr>
            </a:lvl2pPr>
            <a:lvl3pPr indent="0" lvl="2" marL="0" marR="0" rtl="0" algn="r">
              <a:spcBef>
                <a:spcPts val="0"/>
              </a:spcBef>
              <a:buNone/>
              <a:defRPr b="0" i="0" sz="600" u="none" cap="none" strike="noStrike">
                <a:solidFill>
                  <a:srgbClr val="888888"/>
                </a:solidFill>
                <a:latin typeface="Calibri"/>
                <a:ea typeface="Calibri"/>
                <a:cs typeface="Calibri"/>
                <a:sym typeface="Calibri"/>
              </a:defRPr>
            </a:lvl3pPr>
            <a:lvl4pPr indent="0" lvl="3" marL="0" marR="0" rtl="0" algn="r">
              <a:spcBef>
                <a:spcPts val="0"/>
              </a:spcBef>
              <a:buNone/>
              <a:defRPr b="0" i="0" sz="600" u="none" cap="none" strike="noStrike">
                <a:solidFill>
                  <a:srgbClr val="888888"/>
                </a:solidFill>
                <a:latin typeface="Calibri"/>
                <a:ea typeface="Calibri"/>
                <a:cs typeface="Calibri"/>
                <a:sym typeface="Calibri"/>
              </a:defRPr>
            </a:lvl4pPr>
            <a:lvl5pPr indent="0" lvl="4" marL="0" marR="0" rtl="0" algn="r">
              <a:spcBef>
                <a:spcPts val="0"/>
              </a:spcBef>
              <a:buNone/>
              <a:defRPr b="0" i="0" sz="600" u="none" cap="none" strike="noStrike">
                <a:solidFill>
                  <a:srgbClr val="888888"/>
                </a:solidFill>
                <a:latin typeface="Calibri"/>
                <a:ea typeface="Calibri"/>
                <a:cs typeface="Calibri"/>
                <a:sym typeface="Calibri"/>
              </a:defRPr>
            </a:lvl5pPr>
            <a:lvl6pPr indent="0" lvl="5" marL="0" marR="0" rtl="0" algn="r">
              <a:spcBef>
                <a:spcPts val="0"/>
              </a:spcBef>
              <a:buNone/>
              <a:defRPr b="0" i="0" sz="600" u="none" cap="none" strike="noStrike">
                <a:solidFill>
                  <a:srgbClr val="888888"/>
                </a:solidFill>
                <a:latin typeface="Calibri"/>
                <a:ea typeface="Calibri"/>
                <a:cs typeface="Calibri"/>
                <a:sym typeface="Calibri"/>
              </a:defRPr>
            </a:lvl6pPr>
            <a:lvl7pPr indent="0" lvl="6" marL="0" marR="0" rtl="0" algn="r">
              <a:spcBef>
                <a:spcPts val="0"/>
              </a:spcBef>
              <a:buNone/>
              <a:defRPr b="0" i="0" sz="600" u="none" cap="none" strike="noStrike">
                <a:solidFill>
                  <a:srgbClr val="888888"/>
                </a:solidFill>
                <a:latin typeface="Calibri"/>
                <a:ea typeface="Calibri"/>
                <a:cs typeface="Calibri"/>
                <a:sym typeface="Calibri"/>
              </a:defRPr>
            </a:lvl7pPr>
            <a:lvl8pPr indent="0" lvl="7" marL="0" marR="0" rtl="0" algn="r">
              <a:spcBef>
                <a:spcPts val="0"/>
              </a:spcBef>
              <a:buNone/>
              <a:defRPr b="0" i="0" sz="600" u="none" cap="none" strike="noStrike">
                <a:solidFill>
                  <a:srgbClr val="888888"/>
                </a:solidFill>
                <a:latin typeface="Calibri"/>
                <a:ea typeface="Calibri"/>
                <a:cs typeface="Calibri"/>
                <a:sym typeface="Calibri"/>
              </a:defRPr>
            </a:lvl8pPr>
            <a:lvl9pPr indent="0" lvl="8" marL="0" marR="0" rtl="0" algn="r">
              <a:spcBef>
                <a:spcPts val="0"/>
              </a:spcBef>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ru"/>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7.jpg"/><Relationship Id="rId4" Type="http://schemas.openxmlformats.org/officeDocument/2006/relationships/image" Target="../media/image4.png"/><Relationship Id="rId5" Type="http://schemas.openxmlformats.org/officeDocument/2006/relationships/image" Target="../media/image11.png"/><Relationship Id="rId6" Type="http://schemas.openxmlformats.org/officeDocument/2006/relationships/image" Target="../media/image8.png"/><Relationship Id="rId7" Type="http://schemas.openxmlformats.org/officeDocument/2006/relationships/hyperlink" Target="https://coursera.org/share/9fe8efd392131b022b2282ac160aa898" TargetMode="External"/><Relationship Id="rId8" Type="http://schemas.openxmlformats.org/officeDocument/2006/relationships/hyperlink" Target="https://coursera.org/share/9fe8efd392131b022b2282ac160aa898"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7.jpg"/><Relationship Id="rId4" Type="http://schemas.openxmlformats.org/officeDocument/2006/relationships/image" Target="../media/image4.png"/><Relationship Id="rId5" Type="http://schemas.openxmlformats.org/officeDocument/2006/relationships/image" Target="../media/image11.png"/><Relationship Id="rId6" Type="http://schemas.openxmlformats.org/officeDocument/2006/relationships/hyperlink" Target="https://coursera.org/share/9fe8efd392131b022b2282ac160aa898" TargetMode="External"/><Relationship Id="rId7" Type="http://schemas.openxmlformats.org/officeDocument/2006/relationships/hyperlink" Target="https://coursera.org/share/9fe8efd392131b022b2282ac160aa898" TargetMode="External"/><Relationship Id="rId8" Type="http://schemas.openxmlformats.org/officeDocument/2006/relationships/hyperlink" Target="https://coursera.org/share/9fe8efd392131b022b2282ac160aa898"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6.jpg"/><Relationship Id="rId4" Type="http://schemas.openxmlformats.org/officeDocument/2006/relationships/image" Target="../media/image41.png"/><Relationship Id="rId5" Type="http://schemas.openxmlformats.org/officeDocument/2006/relationships/image" Target="../media/image15.png"/><Relationship Id="rId6" Type="http://schemas.openxmlformats.org/officeDocument/2006/relationships/image" Target="../media/image3.png"/><Relationship Id="rId7"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2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2.jp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4.jp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6.jp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31.png"/><Relationship Id="rId4" Type="http://schemas.openxmlformats.org/officeDocument/2006/relationships/image" Target="../media/image22.png"/><Relationship Id="rId5" Type="http://schemas.openxmlformats.org/officeDocument/2006/relationships/image" Target="../media/image3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4.jpg"/><Relationship Id="rId4" Type="http://schemas.openxmlformats.org/officeDocument/2006/relationships/image" Target="../media/image32.png"/><Relationship Id="rId5"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2.jp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7.jpg"/><Relationship Id="rId4" Type="http://schemas.openxmlformats.org/officeDocument/2006/relationships/image" Target="../media/image4.png"/><Relationship Id="rId5" Type="http://schemas.openxmlformats.org/officeDocument/2006/relationships/image" Target="../media/image8.png"/><Relationship Id="rId6" Type="http://schemas.openxmlformats.org/officeDocument/2006/relationships/hyperlink" Target="https://coursera.org/share/9fe8efd392131b022b2282ac160aa898"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6.jpg"/><Relationship Id="rId4" Type="http://schemas.openxmlformats.org/officeDocument/2006/relationships/image" Target="../media/image17.png"/><Relationship Id="rId5" Type="http://schemas.openxmlformats.org/officeDocument/2006/relationships/image" Target="../media/image2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1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28.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14.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19.png"/><Relationship Id="rId4" Type="http://schemas.openxmlformats.org/officeDocument/2006/relationships/image" Target="../media/image30.png"/><Relationship Id="rId5" Type="http://schemas.openxmlformats.org/officeDocument/2006/relationships/image" Target="../media/image26.png"/><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image" Target="../media/image3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29.png"/><Relationship Id="rId6" Type="http://schemas.openxmlformats.org/officeDocument/2006/relationships/image" Target="../media/image4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35.png"/><Relationship Id="rId4" Type="http://schemas.openxmlformats.org/officeDocument/2006/relationships/image" Target="../media/image4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43.png"/><Relationship Id="rId4" Type="http://schemas.openxmlformats.org/officeDocument/2006/relationships/image" Target="../media/image4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14.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4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12.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14.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14.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image46.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 Id="rId3" Type="http://schemas.openxmlformats.org/officeDocument/2006/relationships/image" Target="../media/image36.jpg"/><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grpSp>
        <p:nvGrpSpPr>
          <p:cNvPr id="130" name="Google Shape;130;p25"/>
          <p:cNvGrpSpPr/>
          <p:nvPr/>
        </p:nvGrpSpPr>
        <p:grpSpPr>
          <a:xfrm>
            <a:off x="-565150" y="1866131"/>
            <a:ext cx="1543050" cy="1248493"/>
            <a:chOff x="0" y="-85725"/>
            <a:chExt cx="812800" cy="657642"/>
          </a:xfrm>
        </p:grpSpPr>
        <p:sp>
          <p:nvSpPr>
            <p:cNvPr id="131" name="Google Shape;131;p25"/>
            <p:cNvSpPr/>
            <p:nvPr/>
          </p:nvSpPr>
          <p:spPr>
            <a:xfrm>
              <a:off x="0" y="0"/>
              <a:ext cx="812800" cy="571917"/>
            </a:xfrm>
            <a:custGeom>
              <a:rect b="b" l="l" r="r" t="t"/>
              <a:pathLst>
                <a:path extrusionOk="0"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32" name="Google Shape;132;p25"/>
            <p:cNvSpPr txBox="1"/>
            <p:nvPr/>
          </p:nvSpPr>
          <p:spPr>
            <a:xfrm>
              <a:off x="0" y="-85725"/>
              <a:ext cx="812800" cy="657642"/>
            </a:xfrm>
            <a:prstGeom prst="rect">
              <a:avLst/>
            </a:prstGeom>
            <a:noFill/>
            <a:ln>
              <a:noFill/>
            </a:ln>
          </p:spPr>
          <p:txBody>
            <a:bodyPr anchorCtr="0" anchor="ctr" bIns="25400" lIns="25400" spcFirstLastPara="1" rIns="25400" wrap="square" tIns="25400">
              <a:noAutofit/>
            </a:bodyPr>
            <a:lstStyle/>
            <a:p>
              <a:pPr indent="0" lvl="0" marL="0" marR="0" rtl="0" algn="ctr">
                <a:lnSpc>
                  <a:spcPct val="349944"/>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133" name="Google Shape;133;p25"/>
          <p:cNvGrpSpPr/>
          <p:nvPr/>
        </p:nvGrpSpPr>
        <p:grpSpPr>
          <a:xfrm>
            <a:off x="8233672" y="1866131"/>
            <a:ext cx="1543050" cy="1248493"/>
            <a:chOff x="0" y="-85725"/>
            <a:chExt cx="812800" cy="657642"/>
          </a:xfrm>
        </p:grpSpPr>
        <p:sp>
          <p:nvSpPr>
            <p:cNvPr id="134" name="Google Shape;134;p25"/>
            <p:cNvSpPr/>
            <p:nvPr/>
          </p:nvSpPr>
          <p:spPr>
            <a:xfrm>
              <a:off x="0" y="0"/>
              <a:ext cx="812800" cy="571917"/>
            </a:xfrm>
            <a:custGeom>
              <a:rect b="b" l="l" r="r" t="t"/>
              <a:pathLst>
                <a:path extrusionOk="0"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35" name="Google Shape;135;p25"/>
            <p:cNvSpPr txBox="1"/>
            <p:nvPr/>
          </p:nvSpPr>
          <p:spPr>
            <a:xfrm>
              <a:off x="0" y="-85725"/>
              <a:ext cx="812800" cy="657642"/>
            </a:xfrm>
            <a:prstGeom prst="rect">
              <a:avLst/>
            </a:prstGeom>
            <a:noFill/>
            <a:ln>
              <a:noFill/>
            </a:ln>
          </p:spPr>
          <p:txBody>
            <a:bodyPr anchorCtr="0" anchor="ctr" bIns="25400" lIns="25400" spcFirstLastPara="1" rIns="25400" wrap="square" tIns="25400">
              <a:noAutofit/>
            </a:bodyPr>
            <a:lstStyle/>
            <a:p>
              <a:pPr indent="0" lvl="0" marL="0" marR="0" rtl="0" algn="ctr">
                <a:lnSpc>
                  <a:spcPct val="349944"/>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36" name="Google Shape;136;p25"/>
          <p:cNvSpPr/>
          <p:nvPr/>
        </p:nvSpPr>
        <p:spPr>
          <a:xfrm>
            <a:off x="342450" y="184282"/>
            <a:ext cx="2186155" cy="718699"/>
          </a:xfrm>
          <a:custGeom>
            <a:rect b="b" l="l" r="r" t="t"/>
            <a:pathLst>
              <a:path extrusionOk="0" h="1437397" w="4372309">
                <a:moveTo>
                  <a:pt x="0" y="0"/>
                </a:moveTo>
                <a:lnTo>
                  <a:pt x="4372309" y="0"/>
                </a:lnTo>
                <a:lnTo>
                  <a:pt x="4372309" y="1437396"/>
                </a:lnTo>
                <a:lnTo>
                  <a:pt x="0" y="1437396"/>
                </a:lnTo>
                <a:lnTo>
                  <a:pt x="0" y="0"/>
                </a:lnTo>
                <a:close/>
              </a:path>
            </a:pathLst>
          </a:custGeom>
          <a:blipFill rotWithShape="1">
            <a:blip r:embed="rId4">
              <a:alphaModFix/>
            </a:blip>
            <a:stretch>
              <a:fillRect b="0" l="0" r="0" t="0"/>
            </a:stretch>
          </a:blipFill>
          <a:ln>
            <a:noFill/>
          </a:ln>
        </p:spPr>
      </p:sp>
      <p:sp>
        <p:nvSpPr>
          <p:cNvPr id="137" name="Google Shape;137;p25"/>
          <p:cNvSpPr/>
          <p:nvPr/>
        </p:nvSpPr>
        <p:spPr>
          <a:xfrm>
            <a:off x="6763119" y="4303746"/>
            <a:ext cx="1866532" cy="262189"/>
          </a:xfrm>
          <a:custGeom>
            <a:rect b="b" l="l" r="r" t="t"/>
            <a:pathLst>
              <a:path extrusionOk="0" h="524377" w="3733063">
                <a:moveTo>
                  <a:pt x="0" y="0"/>
                </a:moveTo>
                <a:lnTo>
                  <a:pt x="3733063" y="0"/>
                </a:lnTo>
                <a:lnTo>
                  <a:pt x="3733063" y="524376"/>
                </a:lnTo>
                <a:lnTo>
                  <a:pt x="0" y="524376"/>
                </a:lnTo>
                <a:lnTo>
                  <a:pt x="0" y="0"/>
                </a:lnTo>
                <a:close/>
              </a:path>
            </a:pathLst>
          </a:custGeom>
          <a:blipFill rotWithShape="1">
            <a:blip r:embed="rId5">
              <a:alphaModFix/>
            </a:blip>
            <a:stretch>
              <a:fillRect b="0" l="0" r="0" t="0"/>
            </a:stretch>
          </a:blipFill>
          <a:ln>
            <a:noFill/>
          </a:ln>
        </p:spPr>
      </p:sp>
      <p:sp>
        <p:nvSpPr>
          <p:cNvPr id="138" name="Google Shape;138;p25"/>
          <p:cNvSpPr/>
          <p:nvPr/>
        </p:nvSpPr>
        <p:spPr>
          <a:xfrm>
            <a:off x="6353549" y="3449225"/>
            <a:ext cx="2371350" cy="557160"/>
          </a:xfrm>
          <a:custGeom>
            <a:rect b="b" l="l" r="r" t="t"/>
            <a:pathLst>
              <a:path extrusionOk="0" h="1114319" w="4742701">
                <a:moveTo>
                  <a:pt x="0" y="0"/>
                </a:moveTo>
                <a:lnTo>
                  <a:pt x="4742701" y="0"/>
                </a:lnTo>
                <a:lnTo>
                  <a:pt x="4742701" y="1114319"/>
                </a:lnTo>
                <a:lnTo>
                  <a:pt x="0" y="1114319"/>
                </a:lnTo>
                <a:lnTo>
                  <a:pt x="0" y="0"/>
                </a:lnTo>
                <a:close/>
              </a:path>
            </a:pathLst>
          </a:custGeom>
          <a:blipFill rotWithShape="1">
            <a:blip r:embed="rId6">
              <a:alphaModFix/>
            </a:blip>
            <a:stretch>
              <a:fillRect b="-45112" l="-4317" r="0" t="-26451"/>
            </a:stretch>
          </a:blipFill>
          <a:ln>
            <a:noFill/>
          </a:ln>
        </p:spPr>
      </p:sp>
      <p:sp>
        <p:nvSpPr>
          <p:cNvPr id="139" name="Google Shape;139;p25"/>
          <p:cNvSpPr txBox="1"/>
          <p:nvPr/>
        </p:nvSpPr>
        <p:spPr>
          <a:xfrm>
            <a:off x="1034000" y="1773550"/>
            <a:ext cx="7128600" cy="1345200"/>
          </a:xfrm>
          <a:prstGeom prst="rect">
            <a:avLst/>
          </a:prstGeom>
          <a:noFill/>
          <a:ln>
            <a:noFill/>
          </a:ln>
        </p:spPr>
        <p:txBody>
          <a:bodyPr anchorCtr="0" anchor="t" bIns="0" lIns="0" spcFirstLastPara="1" rIns="0" wrap="square" tIns="0">
            <a:spAutoFit/>
          </a:bodyPr>
          <a:lstStyle/>
          <a:p>
            <a:pPr indent="-247650" lvl="1" marL="482600" marR="0" rtl="0" algn="l">
              <a:lnSpc>
                <a:spcPct val="139977"/>
              </a:lnSpc>
              <a:spcBef>
                <a:spcPts val="0"/>
              </a:spcBef>
              <a:spcAft>
                <a:spcPts val="0"/>
              </a:spcAft>
              <a:buClr>
                <a:srgbClr val="004AAD"/>
              </a:buClr>
              <a:buSzPts val="2300"/>
              <a:buFont typeface="Lora"/>
              <a:buAutoNum type="arabicPeriod"/>
            </a:pPr>
            <a:r>
              <a:rPr b="1" i="0" lang="ru" sz="2300" u="none" cap="none" strike="noStrike">
                <a:solidFill>
                  <a:srgbClr val="004AAD"/>
                </a:solidFill>
                <a:latin typeface="Lora"/>
                <a:ea typeface="Lora"/>
                <a:cs typeface="Lora"/>
                <a:sym typeface="Lora"/>
              </a:rPr>
              <a:t>PROGRAMMING FOUNDATIONS WITH JAVASCRIPT, HTML AND CSS (COU</a:t>
            </a:r>
            <a:r>
              <a:rPr b="1" lang="ru" sz="2300">
                <a:solidFill>
                  <a:srgbClr val="004AAD"/>
                </a:solidFill>
                <a:latin typeface="Lora"/>
                <a:ea typeface="Lora"/>
                <a:cs typeface="Lora"/>
                <a:sym typeface="Lora"/>
              </a:rPr>
              <a:t>RS</a:t>
            </a:r>
            <a:r>
              <a:rPr b="1" i="0" lang="ru" sz="2300" u="none" cap="none" strike="noStrike">
                <a:solidFill>
                  <a:srgbClr val="004AAD"/>
                </a:solidFill>
                <a:latin typeface="Lora"/>
                <a:ea typeface="Lora"/>
                <a:cs typeface="Lora"/>
                <a:sym typeface="Lora"/>
              </a:rPr>
              <a:t>ERA)</a:t>
            </a:r>
            <a:endParaRPr sz="700">
              <a:latin typeface="Lora"/>
              <a:ea typeface="Lora"/>
              <a:cs typeface="Lora"/>
              <a:sym typeface="Lora"/>
            </a:endParaRPr>
          </a:p>
          <a:p>
            <a:pPr indent="-247650" lvl="1" marL="482600" marR="0" rtl="0" algn="l">
              <a:lnSpc>
                <a:spcPct val="139977"/>
              </a:lnSpc>
              <a:spcBef>
                <a:spcPts val="0"/>
              </a:spcBef>
              <a:spcAft>
                <a:spcPts val="0"/>
              </a:spcAft>
              <a:buClr>
                <a:srgbClr val="004AAD"/>
              </a:buClr>
              <a:buSzPts val="2300"/>
              <a:buFont typeface="Lora"/>
              <a:buAutoNum type="arabicPeriod"/>
            </a:pPr>
            <a:r>
              <a:rPr b="1" i="0" lang="ru" sz="2300" u="none" cap="none" strike="noStrike">
                <a:solidFill>
                  <a:srgbClr val="004AAD"/>
                </a:solidFill>
                <a:latin typeface="Lora"/>
                <a:ea typeface="Lora"/>
                <a:cs typeface="Lora"/>
                <a:sym typeface="Lora"/>
              </a:rPr>
              <a:t>WEB DEVELOPMENT (SOLOLEARN)</a:t>
            </a:r>
            <a:endParaRPr sz="700">
              <a:latin typeface="Lora"/>
              <a:ea typeface="Lora"/>
              <a:cs typeface="Lora"/>
              <a:sym typeface="Lora"/>
            </a:endParaRPr>
          </a:p>
        </p:txBody>
      </p:sp>
      <p:sp>
        <p:nvSpPr>
          <p:cNvPr id="140" name="Google Shape;140;p25"/>
          <p:cNvSpPr txBox="1"/>
          <p:nvPr/>
        </p:nvSpPr>
        <p:spPr>
          <a:xfrm>
            <a:off x="1847781" y="1161266"/>
            <a:ext cx="4979400" cy="354000"/>
          </a:xfrm>
          <a:prstGeom prst="rect">
            <a:avLst/>
          </a:prstGeom>
          <a:noFill/>
          <a:ln>
            <a:noFill/>
          </a:ln>
        </p:spPr>
        <p:txBody>
          <a:bodyPr anchorCtr="0" anchor="t" bIns="0" lIns="0" spcFirstLastPara="1" rIns="0" wrap="square" tIns="0">
            <a:spAutoFit/>
          </a:bodyPr>
          <a:lstStyle/>
          <a:p>
            <a:pPr indent="0" lvl="0" marL="0" marR="0" rtl="0" algn="ctr">
              <a:lnSpc>
                <a:spcPct val="139977"/>
              </a:lnSpc>
              <a:spcBef>
                <a:spcPts val="0"/>
              </a:spcBef>
              <a:spcAft>
                <a:spcPts val="0"/>
              </a:spcAft>
              <a:buNone/>
            </a:pPr>
            <a:r>
              <a:rPr i="0" lang="ru" sz="2300" u="none" cap="none" strike="noStrike">
                <a:solidFill>
                  <a:srgbClr val="303642"/>
                </a:solidFill>
                <a:latin typeface="Lora SemiBold"/>
                <a:ea typeface="Lora SemiBold"/>
                <a:cs typeface="Lora SemiBold"/>
                <a:sym typeface="Lora SemiBold"/>
              </a:rPr>
              <a:t>INTERNET AND WEB BASICS</a:t>
            </a:r>
            <a:endParaRPr sz="700">
              <a:latin typeface="Lora SemiBold"/>
              <a:ea typeface="Lora SemiBold"/>
              <a:cs typeface="Lora SemiBold"/>
              <a:sym typeface="Lora SemiBold"/>
            </a:endParaRPr>
          </a:p>
        </p:txBody>
      </p:sp>
      <p:sp>
        <p:nvSpPr>
          <p:cNvPr id="141" name="Google Shape;141;p25"/>
          <p:cNvSpPr txBox="1"/>
          <p:nvPr/>
        </p:nvSpPr>
        <p:spPr>
          <a:xfrm>
            <a:off x="1964293" y="3377020"/>
            <a:ext cx="4263300" cy="2772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ru" sz="1800" u="none" cap="none" strike="noStrike">
                <a:solidFill>
                  <a:srgbClr val="303642"/>
                </a:solidFill>
                <a:latin typeface="Poppins"/>
                <a:ea typeface="Poppins"/>
                <a:cs typeface="Poppins"/>
                <a:sym typeface="Poppins"/>
              </a:rPr>
              <a:t>Khayatkhan Satymbekova</a:t>
            </a:r>
            <a:endParaRPr sz="700"/>
          </a:p>
        </p:txBody>
      </p:sp>
      <p:sp>
        <p:nvSpPr>
          <p:cNvPr id="142" name="Google Shape;142;p25"/>
          <p:cNvSpPr txBox="1"/>
          <p:nvPr/>
        </p:nvSpPr>
        <p:spPr>
          <a:xfrm>
            <a:off x="1146753" y="4270409"/>
            <a:ext cx="5556954" cy="631507"/>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b="0" i="0" lang="ru" sz="1200" u="sng" cap="none" strike="noStrike">
                <a:solidFill>
                  <a:schemeClr val="hlink"/>
                </a:solidFill>
                <a:latin typeface="Poppins"/>
                <a:ea typeface="Poppins"/>
                <a:cs typeface="Poppins"/>
                <a:sym typeface="Poppins"/>
                <a:hlinkClick r:id="rId7"/>
              </a:rPr>
              <a:t>My certificate:</a:t>
            </a:r>
            <a:endParaRPr sz="700"/>
          </a:p>
          <a:p>
            <a:pPr indent="-127000" lvl="1" marL="254000" marR="0" rtl="0" algn="l">
              <a:lnSpc>
                <a:spcPct val="139958"/>
              </a:lnSpc>
              <a:spcBef>
                <a:spcPts val="0"/>
              </a:spcBef>
              <a:spcAft>
                <a:spcPts val="0"/>
              </a:spcAft>
              <a:buClr>
                <a:srgbClr val="303642"/>
              </a:buClr>
              <a:buSzPts val="1200"/>
              <a:buFont typeface="Arial"/>
              <a:buChar char="•"/>
            </a:pPr>
            <a:r>
              <a:rPr b="0" i="0" lang="ru" sz="1200" u="sng" cap="none" strike="noStrike">
                <a:solidFill>
                  <a:schemeClr val="hlink"/>
                </a:solidFill>
                <a:latin typeface="Poppins"/>
                <a:ea typeface="Poppins"/>
                <a:cs typeface="Poppins"/>
                <a:sym typeface="Poppins"/>
                <a:hlinkClick r:id="rId8"/>
              </a:rPr>
              <a:t>https://coursera.org/share/9fe8efd392131b022b2282ac160aa898</a:t>
            </a:r>
            <a:endParaRPr sz="700"/>
          </a:p>
          <a:p>
            <a:pPr indent="-127000" lvl="1" marL="254000" marR="0" rtl="0" algn="l">
              <a:lnSpc>
                <a:spcPct val="139958"/>
              </a:lnSpc>
              <a:spcBef>
                <a:spcPts val="0"/>
              </a:spcBef>
              <a:spcAft>
                <a:spcPts val="0"/>
              </a:spcAft>
              <a:buClr>
                <a:srgbClr val="303642"/>
              </a:buClr>
              <a:buSzPts val="1200"/>
              <a:buFont typeface="Arial"/>
              <a:buChar char="•"/>
            </a:pPr>
            <a:r>
              <a:rPr b="0" i="0" lang="ru" sz="1200" u="sng" cap="none" strike="noStrike">
                <a:solidFill>
                  <a:srgbClr val="303642"/>
                </a:solidFill>
                <a:latin typeface="Poppins"/>
                <a:ea typeface="Poppins"/>
                <a:cs typeface="Poppins"/>
                <a:sym typeface="Poppins"/>
              </a:rPr>
              <a:t>https://www.sololearn.com/certificates/CC-TXQBIBO6</a:t>
            </a:r>
            <a:endParaRPr sz="7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6"/>
          <p:cNvSpPr/>
          <p:nvPr/>
        </p:nvSpPr>
        <p:spPr>
          <a:xfrm>
            <a:off x="0" y="-84075"/>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grpSp>
        <p:nvGrpSpPr>
          <p:cNvPr id="148" name="Google Shape;148;p26"/>
          <p:cNvGrpSpPr/>
          <p:nvPr/>
        </p:nvGrpSpPr>
        <p:grpSpPr>
          <a:xfrm>
            <a:off x="-565150" y="1866131"/>
            <a:ext cx="1543050" cy="1248493"/>
            <a:chOff x="0" y="-85725"/>
            <a:chExt cx="812800" cy="657642"/>
          </a:xfrm>
        </p:grpSpPr>
        <p:sp>
          <p:nvSpPr>
            <p:cNvPr id="149" name="Google Shape;149;p26"/>
            <p:cNvSpPr/>
            <p:nvPr/>
          </p:nvSpPr>
          <p:spPr>
            <a:xfrm>
              <a:off x="0" y="0"/>
              <a:ext cx="812800" cy="571917"/>
            </a:xfrm>
            <a:custGeom>
              <a:rect b="b" l="l" r="r" t="t"/>
              <a:pathLst>
                <a:path extrusionOk="0"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50" name="Google Shape;150;p26"/>
            <p:cNvSpPr txBox="1"/>
            <p:nvPr/>
          </p:nvSpPr>
          <p:spPr>
            <a:xfrm>
              <a:off x="0" y="-85725"/>
              <a:ext cx="812800" cy="657642"/>
            </a:xfrm>
            <a:prstGeom prst="rect">
              <a:avLst/>
            </a:prstGeom>
            <a:noFill/>
            <a:ln>
              <a:noFill/>
            </a:ln>
          </p:spPr>
          <p:txBody>
            <a:bodyPr anchorCtr="0" anchor="ctr" bIns="25400" lIns="25400" spcFirstLastPara="1" rIns="25400" wrap="square" tIns="25400">
              <a:noAutofit/>
            </a:bodyPr>
            <a:lstStyle/>
            <a:p>
              <a:pPr indent="0" lvl="0" marL="0" marR="0" rtl="0" algn="ctr">
                <a:lnSpc>
                  <a:spcPct val="349944"/>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151" name="Google Shape;151;p26"/>
          <p:cNvGrpSpPr/>
          <p:nvPr/>
        </p:nvGrpSpPr>
        <p:grpSpPr>
          <a:xfrm>
            <a:off x="8233672" y="1866131"/>
            <a:ext cx="1543050" cy="1248493"/>
            <a:chOff x="0" y="-85725"/>
            <a:chExt cx="812800" cy="657642"/>
          </a:xfrm>
        </p:grpSpPr>
        <p:sp>
          <p:nvSpPr>
            <p:cNvPr id="152" name="Google Shape;152;p26"/>
            <p:cNvSpPr/>
            <p:nvPr/>
          </p:nvSpPr>
          <p:spPr>
            <a:xfrm>
              <a:off x="0" y="0"/>
              <a:ext cx="812800" cy="571917"/>
            </a:xfrm>
            <a:custGeom>
              <a:rect b="b" l="l" r="r" t="t"/>
              <a:pathLst>
                <a:path extrusionOk="0"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53" name="Google Shape;153;p26"/>
            <p:cNvSpPr txBox="1"/>
            <p:nvPr/>
          </p:nvSpPr>
          <p:spPr>
            <a:xfrm>
              <a:off x="0" y="-85725"/>
              <a:ext cx="812800" cy="657642"/>
            </a:xfrm>
            <a:prstGeom prst="rect">
              <a:avLst/>
            </a:prstGeom>
            <a:noFill/>
            <a:ln>
              <a:noFill/>
            </a:ln>
          </p:spPr>
          <p:txBody>
            <a:bodyPr anchorCtr="0" anchor="ctr" bIns="25400" lIns="25400" spcFirstLastPara="1" rIns="25400" wrap="square" tIns="25400">
              <a:noAutofit/>
            </a:bodyPr>
            <a:lstStyle/>
            <a:p>
              <a:pPr indent="0" lvl="0" marL="0" marR="0" rtl="0" algn="ctr">
                <a:lnSpc>
                  <a:spcPct val="349944"/>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54" name="Google Shape;154;p26"/>
          <p:cNvSpPr/>
          <p:nvPr/>
        </p:nvSpPr>
        <p:spPr>
          <a:xfrm>
            <a:off x="514350" y="461956"/>
            <a:ext cx="2186155" cy="718699"/>
          </a:xfrm>
          <a:custGeom>
            <a:rect b="b" l="l" r="r" t="t"/>
            <a:pathLst>
              <a:path extrusionOk="0" h="1437397" w="4372309">
                <a:moveTo>
                  <a:pt x="0" y="0"/>
                </a:moveTo>
                <a:lnTo>
                  <a:pt x="4372309" y="0"/>
                </a:lnTo>
                <a:lnTo>
                  <a:pt x="4372309" y="1437396"/>
                </a:lnTo>
                <a:lnTo>
                  <a:pt x="0" y="1437396"/>
                </a:lnTo>
                <a:lnTo>
                  <a:pt x="0" y="0"/>
                </a:lnTo>
                <a:close/>
              </a:path>
            </a:pathLst>
          </a:custGeom>
          <a:blipFill rotWithShape="1">
            <a:blip r:embed="rId4">
              <a:alphaModFix/>
            </a:blip>
            <a:stretch>
              <a:fillRect b="0" l="0" r="0" t="0"/>
            </a:stretch>
          </a:blipFill>
          <a:ln>
            <a:noFill/>
          </a:ln>
        </p:spPr>
      </p:sp>
      <p:sp>
        <p:nvSpPr>
          <p:cNvPr id="155" name="Google Shape;155;p26"/>
          <p:cNvSpPr/>
          <p:nvPr/>
        </p:nvSpPr>
        <p:spPr>
          <a:xfrm>
            <a:off x="6763119" y="4303746"/>
            <a:ext cx="1866532" cy="262189"/>
          </a:xfrm>
          <a:custGeom>
            <a:rect b="b" l="l" r="r" t="t"/>
            <a:pathLst>
              <a:path extrusionOk="0" h="524377" w="3733063">
                <a:moveTo>
                  <a:pt x="0" y="0"/>
                </a:moveTo>
                <a:lnTo>
                  <a:pt x="3733063" y="0"/>
                </a:lnTo>
                <a:lnTo>
                  <a:pt x="3733063" y="524376"/>
                </a:lnTo>
                <a:lnTo>
                  <a:pt x="0" y="524376"/>
                </a:lnTo>
                <a:lnTo>
                  <a:pt x="0" y="0"/>
                </a:lnTo>
                <a:close/>
              </a:path>
            </a:pathLst>
          </a:custGeom>
          <a:blipFill rotWithShape="1">
            <a:blip r:embed="rId5">
              <a:alphaModFix/>
            </a:blip>
            <a:stretch>
              <a:fillRect b="0" l="0" r="0" t="0"/>
            </a:stretch>
          </a:blipFill>
          <a:ln>
            <a:noFill/>
          </a:ln>
        </p:spPr>
      </p:sp>
      <p:sp>
        <p:nvSpPr>
          <p:cNvPr id="156" name="Google Shape;156;p26"/>
          <p:cNvSpPr txBox="1"/>
          <p:nvPr/>
        </p:nvSpPr>
        <p:spPr>
          <a:xfrm>
            <a:off x="1405021" y="2094770"/>
            <a:ext cx="7476000" cy="849600"/>
          </a:xfrm>
          <a:prstGeom prst="rect">
            <a:avLst/>
          </a:prstGeom>
          <a:noFill/>
          <a:ln>
            <a:noFill/>
          </a:ln>
        </p:spPr>
        <p:txBody>
          <a:bodyPr anchorCtr="0" anchor="t" bIns="0" lIns="0" spcFirstLastPara="1" rIns="0" wrap="square" tIns="0">
            <a:spAutoFit/>
          </a:bodyPr>
          <a:lstStyle/>
          <a:p>
            <a:pPr indent="-247650" lvl="1" marL="482600" marR="0" rtl="0" algn="l">
              <a:lnSpc>
                <a:spcPct val="139977"/>
              </a:lnSpc>
              <a:spcBef>
                <a:spcPts val="0"/>
              </a:spcBef>
              <a:spcAft>
                <a:spcPts val="0"/>
              </a:spcAft>
              <a:buClr>
                <a:srgbClr val="004AAD"/>
              </a:buClr>
              <a:buSzPts val="2300"/>
              <a:buFont typeface="League Spartan"/>
              <a:buAutoNum type="arabicPeriod"/>
            </a:pPr>
            <a:r>
              <a:rPr b="1" i="0" lang="ru" sz="2300" u="none" cap="none" strike="noStrike">
                <a:solidFill>
                  <a:srgbClr val="004AAD"/>
                </a:solidFill>
                <a:latin typeface="League Spartan"/>
                <a:ea typeface="League Spartan"/>
                <a:cs typeface="League Spartan"/>
                <a:sym typeface="League Spartan"/>
              </a:rPr>
              <a:t>PROGRAMMING FOUNDATIONS WITH JAVASCRIPT, HTML AND CSS (COURSERA)</a:t>
            </a:r>
            <a:endParaRPr sz="700"/>
          </a:p>
        </p:txBody>
      </p:sp>
      <p:sp>
        <p:nvSpPr>
          <p:cNvPr id="157" name="Google Shape;157;p26"/>
          <p:cNvSpPr txBox="1"/>
          <p:nvPr/>
        </p:nvSpPr>
        <p:spPr>
          <a:xfrm>
            <a:off x="1944472" y="3175034"/>
            <a:ext cx="5556954" cy="631507"/>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0" i="0" lang="ru" sz="1200" u="sng" cap="none" strike="noStrike">
                <a:solidFill>
                  <a:schemeClr val="hlink"/>
                </a:solidFill>
                <a:latin typeface="Poppins"/>
                <a:ea typeface="Poppins"/>
                <a:cs typeface="Poppins"/>
                <a:sym typeface="Poppins"/>
                <a:hlinkClick r:id="rId6"/>
              </a:rPr>
              <a:t>My certificate:</a:t>
            </a:r>
            <a:endParaRPr sz="700"/>
          </a:p>
          <a:p>
            <a:pPr indent="-127000" lvl="1" marL="254000" marR="0" rtl="0" algn="ctr">
              <a:lnSpc>
                <a:spcPct val="139958"/>
              </a:lnSpc>
              <a:spcBef>
                <a:spcPts val="0"/>
              </a:spcBef>
              <a:spcAft>
                <a:spcPts val="0"/>
              </a:spcAft>
              <a:buClr>
                <a:srgbClr val="303642"/>
              </a:buClr>
              <a:buSzPts val="1200"/>
              <a:buFont typeface="Arial"/>
              <a:buChar char="•"/>
            </a:pPr>
            <a:r>
              <a:rPr b="0" i="0" lang="ru" sz="1200" u="sng" cap="none" strike="noStrike">
                <a:solidFill>
                  <a:schemeClr val="hlink"/>
                </a:solidFill>
                <a:latin typeface="Poppins"/>
                <a:ea typeface="Poppins"/>
                <a:cs typeface="Poppins"/>
                <a:sym typeface="Poppins"/>
                <a:hlinkClick r:id="rId7"/>
              </a:rPr>
              <a:t>https://coursera.org/share/9fe8efd392131b022b2282ac160aa898</a:t>
            </a:r>
            <a:endParaRPr sz="700"/>
          </a:p>
          <a:p>
            <a:pPr indent="0" lvl="0" marL="0" marR="0" rtl="0" algn="ctr">
              <a:lnSpc>
                <a:spcPct val="139958"/>
              </a:lnSpc>
              <a:spcBef>
                <a:spcPts val="0"/>
              </a:spcBef>
              <a:spcAft>
                <a:spcPts val="0"/>
              </a:spcAft>
              <a:buNone/>
            </a:pPr>
            <a:r>
              <a:t/>
            </a:r>
            <a:endParaRPr b="0" i="0" sz="1200" u="sng" cap="none" strike="noStrike">
              <a:solidFill>
                <a:schemeClr val="hlink"/>
              </a:solidFill>
              <a:latin typeface="Poppins"/>
              <a:ea typeface="Poppins"/>
              <a:cs typeface="Poppins"/>
              <a:sym typeface="Poppins"/>
              <a:hlinkClick r:id="rId8"/>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7"/>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grpSp>
        <p:nvGrpSpPr>
          <p:cNvPr id="163" name="Google Shape;163;p27"/>
          <p:cNvGrpSpPr/>
          <p:nvPr/>
        </p:nvGrpSpPr>
        <p:grpSpPr>
          <a:xfrm>
            <a:off x="0" y="-90413"/>
            <a:ext cx="3396354" cy="5233913"/>
            <a:chOff x="0" y="-47625"/>
            <a:chExt cx="1789026" cy="2756958"/>
          </a:xfrm>
        </p:grpSpPr>
        <p:sp>
          <p:nvSpPr>
            <p:cNvPr id="164" name="Google Shape;164;p27"/>
            <p:cNvSpPr/>
            <p:nvPr/>
          </p:nvSpPr>
          <p:spPr>
            <a:xfrm>
              <a:off x="0" y="0"/>
              <a:ext cx="1789026" cy="2709333"/>
            </a:xfrm>
            <a:custGeom>
              <a:rect b="b" l="l" r="r" t="t"/>
              <a:pathLst>
                <a:path extrusionOk="0" h="2709333" w="1789026">
                  <a:moveTo>
                    <a:pt x="0" y="0"/>
                  </a:moveTo>
                  <a:lnTo>
                    <a:pt x="1789026" y="0"/>
                  </a:lnTo>
                  <a:lnTo>
                    <a:pt x="1789026" y="2709333"/>
                  </a:lnTo>
                  <a:lnTo>
                    <a:pt x="0" y="2709333"/>
                  </a:lnTo>
                  <a:close/>
                </a:path>
              </a:pathLst>
            </a:custGeom>
            <a:solidFill>
              <a:srgbClr val="004AAD"/>
            </a:solidFill>
            <a:ln>
              <a:noFill/>
            </a:ln>
          </p:spPr>
        </p:sp>
        <p:sp>
          <p:nvSpPr>
            <p:cNvPr id="165" name="Google Shape;165;p27"/>
            <p:cNvSpPr txBox="1"/>
            <p:nvPr/>
          </p:nvSpPr>
          <p:spPr>
            <a:xfrm>
              <a:off x="0" y="-47625"/>
              <a:ext cx="1789026" cy="2756958"/>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166" name="Google Shape;166;p27"/>
          <p:cNvGrpSpPr/>
          <p:nvPr/>
        </p:nvGrpSpPr>
        <p:grpSpPr>
          <a:xfrm>
            <a:off x="2723409" y="4224839"/>
            <a:ext cx="448583" cy="1182186"/>
            <a:chOff x="0" y="-47625"/>
            <a:chExt cx="236291" cy="622715"/>
          </a:xfrm>
        </p:grpSpPr>
        <p:sp>
          <p:nvSpPr>
            <p:cNvPr id="167" name="Google Shape;167;p27"/>
            <p:cNvSpPr/>
            <p:nvPr/>
          </p:nvSpPr>
          <p:spPr>
            <a:xfrm>
              <a:off x="0" y="0"/>
              <a:ext cx="236291" cy="575090"/>
            </a:xfrm>
            <a:custGeom>
              <a:rect b="b" l="l" r="r" t="t"/>
              <a:pathLst>
                <a:path extrusionOk="0" h="575090" w="236291">
                  <a:moveTo>
                    <a:pt x="118145" y="0"/>
                  </a:moveTo>
                  <a:lnTo>
                    <a:pt x="118145" y="0"/>
                  </a:lnTo>
                  <a:cubicBezTo>
                    <a:pt x="183395" y="0"/>
                    <a:pt x="236291" y="52895"/>
                    <a:pt x="236291" y="118145"/>
                  </a:cubicBezTo>
                  <a:lnTo>
                    <a:pt x="236291" y="456945"/>
                  </a:lnTo>
                  <a:cubicBezTo>
                    <a:pt x="236291" y="488279"/>
                    <a:pt x="223843" y="518330"/>
                    <a:pt x="201687" y="540486"/>
                  </a:cubicBezTo>
                  <a:cubicBezTo>
                    <a:pt x="179530" y="562643"/>
                    <a:pt x="149480" y="575090"/>
                    <a:pt x="118145" y="575090"/>
                  </a:cubicBezTo>
                  <a:lnTo>
                    <a:pt x="118145" y="575090"/>
                  </a:lnTo>
                  <a:cubicBezTo>
                    <a:pt x="86811" y="575090"/>
                    <a:pt x="56761" y="562643"/>
                    <a:pt x="34604" y="540486"/>
                  </a:cubicBezTo>
                  <a:cubicBezTo>
                    <a:pt x="12447" y="518330"/>
                    <a:pt x="0" y="488279"/>
                    <a:pt x="0" y="456945"/>
                  </a:cubicBezTo>
                  <a:lnTo>
                    <a:pt x="0" y="118145"/>
                  </a:lnTo>
                  <a:cubicBezTo>
                    <a:pt x="0" y="86811"/>
                    <a:pt x="12447" y="56761"/>
                    <a:pt x="34604" y="34604"/>
                  </a:cubicBezTo>
                  <a:cubicBezTo>
                    <a:pt x="56761" y="12447"/>
                    <a:pt x="86811" y="0"/>
                    <a:pt x="118145" y="0"/>
                  </a:cubicBezTo>
                  <a:close/>
                </a:path>
              </a:pathLst>
            </a:custGeom>
            <a:solidFill>
              <a:srgbClr val="FFFF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68" name="Google Shape;168;p27"/>
            <p:cNvSpPr txBox="1"/>
            <p:nvPr/>
          </p:nvSpPr>
          <p:spPr>
            <a:xfrm>
              <a:off x="0" y="-47625"/>
              <a:ext cx="236291" cy="622715"/>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169" name="Google Shape;169;p27"/>
          <p:cNvGrpSpPr/>
          <p:nvPr/>
        </p:nvGrpSpPr>
        <p:grpSpPr>
          <a:xfrm>
            <a:off x="4451457" y="517506"/>
            <a:ext cx="1608904" cy="2162868"/>
            <a:chOff x="0" y="0"/>
            <a:chExt cx="3662687" cy="4923790"/>
          </a:xfrm>
        </p:grpSpPr>
        <p:sp>
          <p:nvSpPr>
            <p:cNvPr id="170" name="Google Shape;170;p27"/>
            <p:cNvSpPr/>
            <p:nvPr/>
          </p:nvSpPr>
          <p:spPr>
            <a:xfrm>
              <a:off x="31750" y="31750"/>
              <a:ext cx="3600450" cy="4859020"/>
            </a:xfrm>
            <a:custGeom>
              <a:rect b="b" l="l" r="r" t="t"/>
              <a:pathLst>
                <a:path extrusionOk="0" h="4859020" w="3600450">
                  <a:moveTo>
                    <a:pt x="3600450" y="4499610"/>
                  </a:moveTo>
                  <a:cubicBezTo>
                    <a:pt x="3600450" y="4699000"/>
                    <a:pt x="3439160" y="4859020"/>
                    <a:pt x="3241040" y="4859020"/>
                  </a:cubicBezTo>
                  <a:lnTo>
                    <a:pt x="359410" y="4859020"/>
                  </a:lnTo>
                  <a:cubicBezTo>
                    <a:pt x="160020" y="4859020"/>
                    <a:pt x="0" y="4697730"/>
                    <a:pt x="0" y="4499610"/>
                  </a:cubicBezTo>
                  <a:lnTo>
                    <a:pt x="0" y="359410"/>
                  </a:lnTo>
                  <a:cubicBezTo>
                    <a:pt x="0" y="160020"/>
                    <a:pt x="161290" y="0"/>
                    <a:pt x="359410" y="0"/>
                  </a:cubicBezTo>
                  <a:lnTo>
                    <a:pt x="3239770" y="0"/>
                  </a:lnTo>
                  <a:cubicBezTo>
                    <a:pt x="3439160" y="0"/>
                    <a:pt x="3599180" y="161290"/>
                    <a:pt x="3599180" y="359410"/>
                  </a:cubicBezTo>
                  <a:lnTo>
                    <a:pt x="3600450" y="4499610"/>
                  </a:lnTo>
                  <a:close/>
                </a:path>
              </a:pathLst>
            </a:custGeom>
            <a:blipFill rotWithShape="1">
              <a:blip r:embed="rId4">
                <a:alphaModFix/>
              </a:blip>
              <a:stretch>
                <a:fillRect b="0" l="-51399" r="-51399" t="0"/>
              </a:stretch>
            </a:blip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71" name="Google Shape;171;p27"/>
            <p:cNvSpPr/>
            <p:nvPr/>
          </p:nvSpPr>
          <p:spPr>
            <a:xfrm>
              <a:off x="0" y="0"/>
              <a:ext cx="3662687" cy="4923790"/>
            </a:xfrm>
            <a:custGeom>
              <a:rect b="b" l="l" r="r" t="t"/>
              <a:pathLst>
                <a:path extrusionOk="0" h="4923790" w="3662687">
                  <a:moveTo>
                    <a:pt x="3271520" y="4923790"/>
                  </a:moveTo>
                  <a:lnTo>
                    <a:pt x="391160" y="4923790"/>
                  </a:lnTo>
                  <a:cubicBezTo>
                    <a:pt x="175260" y="4923790"/>
                    <a:pt x="0" y="4748530"/>
                    <a:pt x="0" y="4532630"/>
                  </a:cubicBezTo>
                  <a:lnTo>
                    <a:pt x="0" y="392430"/>
                  </a:lnTo>
                  <a:cubicBezTo>
                    <a:pt x="0" y="175260"/>
                    <a:pt x="175260" y="0"/>
                    <a:pt x="391160" y="0"/>
                  </a:cubicBezTo>
                  <a:lnTo>
                    <a:pt x="3271520" y="0"/>
                  </a:lnTo>
                  <a:cubicBezTo>
                    <a:pt x="3487420" y="0"/>
                    <a:pt x="3662680" y="175260"/>
                    <a:pt x="3662680" y="391160"/>
                  </a:cubicBezTo>
                  <a:lnTo>
                    <a:pt x="3662680" y="4531360"/>
                  </a:lnTo>
                  <a:cubicBezTo>
                    <a:pt x="3663950" y="4747260"/>
                    <a:pt x="3487420" y="4923790"/>
                    <a:pt x="3271520" y="4923790"/>
                  </a:cubicBezTo>
                  <a:close/>
                  <a:moveTo>
                    <a:pt x="391160" y="63500"/>
                  </a:moveTo>
                  <a:cubicBezTo>
                    <a:pt x="210820" y="63500"/>
                    <a:pt x="63500" y="210820"/>
                    <a:pt x="63500" y="391160"/>
                  </a:cubicBezTo>
                  <a:lnTo>
                    <a:pt x="63500" y="4531360"/>
                  </a:lnTo>
                  <a:cubicBezTo>
                    <a:pt x="63500" y="4712970"/>
                    <a:pt x="210820" y="4859020"/>
                    <a:pt x="391160" y="4859020"/>
                  </a:cubicBezTo>
                  <a:lnTo>
                    <a:pt x="3271520" y="4859020"/>
                  </a:lnTo>
                  <a:cubicBezTo>
                    <a:pt x="3453130" y="4859020"/>
                    <a:pt x="3599180" y="4711700"/>
                    <a:pt x="3599180" y="4531360"/>
                  </a:cubicBezTo>
                  <a:lnTo>
                    <a:pt x="3599180" y="391160"/>
                  </a:lnTo>
                  <a:cubicBezTo>
                    <a:pt x="3599180" y="209550"/>
                    <a:pt x="3451860" y="63500"/>
                    <a:pt x="3271520" y="63500"/>
                  </a:cubicBezTo>
                  <a:lnTo>
                    <a:pt x="391160" y="63500"/>
                  </a:lnTo>
                  <a:close/>
                </a:path>
              </a:pathLst>
            </a:custGeom>
            <a:solidFill>
              <a:srgbClr val="004AA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grpSp>
      <p:grpSp>
        <p:nvGrpSpPr>
          <p:cNvPr id="172" name="Google Shape;172;p27"/>
          <p:cNvGrpSpPr/>
          <p:nvPr/>
        </p:nvGrpSpPr>
        <p:grpSpPr>
          <a:xfrm>
            <a:off x="5674587" y="123291"/>
            <a:ext cx="2709786" cy="2944429"/>
            <a:chOff x="-1253059" y="-890251"/>
            <a:chExt cx="6168856" cy="6703022"/>
          </a:xfrm>
        </p:grpSpPr>
        <p:sp>
          <p:nvSpPr>
            <p:cNvPr id="173" name="Google Shape;173;p27"/>
            <p:cNvSpPr/>
            <p:nvPr/>
          </p:nvSpPr>
          <p:spPr>
            <a:xfrm rot="-1055519">
              <a:off x="-526657" y="-307034"/>
              <a:ext cx="4716053" cy="5536588"/>
            </a:xfrm>
            <a:custGeom>
              <a:rect b="b" l="l" r="r" t="t"/>
              <a:pathLst>
                <a:path extrusionOk="0" h="5536588" w="4716053">
                  <a:moveTo>
                    <a:pt x="3449006" y="5285675"/>
                  </a:moveTo>
                  <a:cubicBezTo>
                    <a:pt x="3388743" y="5475741"/>
                    <a:pt x="3186632" y="5579529"/>
                    <a:pt x="2997778" y="5519650"/>
                  </a:cubicBezTo>
                  <a:lnTo>
                    <a:pt x="250913" y="4648716"/>
                  </a:lnTo>
                  <a:cubicBezTo>
                    <a:pt x="60848" y="4588453"/>
                    <a:pt x="-42941" y="4386342"/>
                    <a:pt x="16938" y="4197487"/>
                  </a:cubicBezTo>
                  <a:lnTo>
                    <a:pt x="1268258" y="250912"/>
                  </a:lnTo>
                  <a:cubicBezTo>
                    <a:pt x="1328521" y="60847"/>
                    <a:pt x="1530632" y="-42941"/>
                    <a:pt x="1719487" y="16938"/>
                  </a:cubicBezTo>
                  <a:lnTo>
                    <a:pt x="4465141" y="887488"/>
                  </a:lnTo>
                  <a:cubicBezTo>
                    <a:pt x="4655206" y="947751"/>
                    <a:pt x="4758994" y="1149862"/>
                    <a:pt x="4699115" y="1338716"/>
                  </a:cubicBezTo>
                  <a:lnTo>
                    <a:pt x="3449006" y="5285675"/>
                  </a:lnTo>
                  <a:close/>
                </a:path>
              </a:pathLst>
            </a:custGeom>
            <a:blipFill rotWithShape="1">
              <a:blip r:embed="rId5">
                <a:alphaModFix/>
              </a:blip>
              <a:stretch>
                <a:fillRect b="-1653" l="-10629" r="-10653" t="-1655"/>
              </a:stretch>
            </a:blip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74" name="Google Shape;174;p27"/>
            <p:cNvSpPr/>
            <p:nvPr/>
          </p:nvSpPr>
          <p:spPr>
            <a:xfrm>
              <a:off x="0" y="0"/>
              <a:ext cx="3662687" cy="4923790"/>
            </a:xfrm>
            <a:custGeom>
              <a:rect b="b" l="l" r="r" t="t"/>
              <a:pathLst>
                <a:path extrusionOk="0" h="4923790" w="3662687">
                  <a:moveTo>
                    <a:pt x="3271520" y="4923790"/>
                  </a:moveTo>
                  <a:lnTo>
                    <a:pt x="391160" y="4923790"/>
                  </a:lnTo>
                  <a:cubicBezTo>
                    <a:pt x="175260" y="4923790"/>
                    <a:pt x="0" y="4748530"/>
                    <a:pt x="0" y="4532630"/>
                  </a:cubicBezTo>
                  <a:lnTo>
                    <a:pt x="0" y="392430"/>
                  </a:lnTo>
                  <a:cubicBezTo>
                    <a:pt x="0" y="175260"/>
                    <a:pt x="175260" y="0"/>
                    <a:pt x="391160" y="0"/>
                  </a:cubicBezTo>
                  <a:lnTo>
                    <a:pt x="3271520" y="0"/>
                  </a:lnTo>
                  <a:cubicBezTo>
                    <a:pt x="3487420" y="0"/>
                    <a:pt x="3662680" y="175260"/>
                    <a:pt x="3662680" y="391160"/>
                  </a:cubicBezTo>
                  <a:lnTo>
                    <a:pt x="3662680" y="4531360"/>
                  </a:lnTo>
                  <a:cubicBezTo>
                    <a:pt x="3663950" y="4747260"/>
                    <a:pt x="3487420" y="4923790"/>
                    <a:pt x="3271520" y="4923790"/>
                  </a:cubicBezTo>
                  <a:close/>
                  <a:moveTo>
                    <a:pt x="391160" y="63500"/>
                  </a:moveTo>
                  <a:cubicBezTo>
                    <a:pt x="210820" y="63500"/>
                    <a:pt x="63500" y="210820"/>
                    <a:pt x="63500" y="391160"/>
                  </a:cubicBezTo>
                  <a:lnTo>
                    <a:pt x="63500" y="4531360"/>
                  </a:lnTo>
                  <a:cubicBezTo>
                    <a:pt x="63500" y="4712970"/>
                    <a:pt x="210820" y="4859020"/>
                    <a:pt x="391160" y="4859020"/>
                  </a:cubicBezTo>
                  <a:lnTo>
                    <a:pt x="3271520" y="4859020"/>
                  </a:lnTo>
                  <a:cubicBezTo>
                    <a:pt x="3453130" y="4859020"/>
                    <a:pt x="3599180" y="4711700"/>
                    <a:pt x="3599180" y="4531360"/>
                  </a:cubicBezTo>
                  <a:lnTo>
                    <a:pt x="3599180" y="391160"/>
                  </a:lnTo>
                  <a:cubicBezTo>
                    <a:pt x="3599180" y="209550"/>
                    <a:pt x="3451860" y="63500"/>
                    <a:pt x="3271520" y="63500"/>
                  </a:cubicBezTo>
                  <a:lnTo>
                    <a:pt x="391160" y="63500"/>
                  </a:lnTo>
                  <a:close/>
                </a:path>
              </a:pathLst>
            </a:custGeom>
            <a:solidFill>
              <a:srgbClr val="004AA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grpSp>
      <p:grpSp>
        <p:nvGrpSpPr>
          <p:cNvPr id="175" name="Google Shape;175;p27"/>
          <p:cNvGrpSpPr/>
          <p:nvPr/>
        </p:nvGrpSpPr>
        <p:grpSpPr>
          <a:xfrm>
            <a:off x="4533507" y="2819692"/>
            <a:ext cx="1608904" cy="2162867"/>
            <a:chOff x="0" y="0"/>
            <a:chExt cx="3662687" cy="4923790"/>
          </a:xfrm>
        </p:grpSpPr>
        <p:sp>
          <p:nvSpPr>
            <p:cNvPr id="176" name="Google Shape;176;p27"/>
            <p:cNvSpPr/>
            <p:nvPr/>
          </p:nvSpPr>
          <p:spPr>
            <a:xfrm>
              <a:off x="31750" y="31750"/>
              <a:ext cx="3600450" cy="4859020"/>
            </a:xfrm>
            <a:custGeom>
              <a:rect b="b" l="l" r="r" t="t"/>
              <a:pathLst>
                <a:path extrusionOk="0" h="4859020" w="3600450">
                  <a:moveTo>
                    <a:pt x="3600450" y="4499610"/>
                  </a:moveTo>
                  <a:cubicBezTo>
                    <a:pt x="3600450" y="4699000"/>
                    <a:pt x="3439160" y="4859020"/>
                    <a:pt x="3241040" y="4859020"/>
                  </a:cubicBezTo>
                  <a:lnTo>
                    <a:pt x="359410" y="4859020"/>
                  </a:lnTo>
                  <a:cubicBezTo>
                    <a:pt x="160020" y="4859020"/>
                    <a:pt x="0" y="4697730"/>
                    <a:pt x="0" y="4499610"/>
                  </a:cubicBezTo>
                  <a:lnTo>
                    <a:pt x="0" y="359410"/>
                  </a:lnTo>
                  <a:cubicBezTo>
                    <a:pt x="0" y="160020"/>
                    <a:pt x="161290" y="0"/>
                    <a:pt x="359410" y="0"/>
                  </a:cubicBezTo>
                  <a:lnTo>
                    <a:pt x="3239770" y="0"/>
                  </a:lnTo>
                  <a:cubicBezTo>
                    <a:pt x="3439160" y="0"/>
                    <a:pt x="3599180" y="161290"/>
                    <a:pt x="3599180" y="359410"/>
                  </a:cubicBezTo>
                  <a:lnTo>
                    <a:pt x="3600450" y="4499610"/>
                  </a:lnTo>
                  <a:close/>
                </a:path>
              </a:pathLst>
            </a:custGeom>
            <a:blipFill rotWithShape="1">
              <a:blip r:embed="rId6">
                <a:alphaModFix/>
              </a:blip>
              <a:stretch>
                <a:fillRect b="0" l="-84952" r="-84952" t="0"/>
              </a:stretch>
            </a:blip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77" name="Google Shape;177;p27"/>
            <p:cNvSpPr/>
            <p:nvPr/>
          </p:nvSpPr>
          <p:spPr>
            <a:xfrm>
              <a:off x="0" y="0"/>
              <a:ext cx="3662687" cy="4923790"/>
            </a:xfrm>
            <a:custGeom>
              <a:rect b="b" l="l" r="r" t="t"/>
              <a:pathLst>
                <a:path extrusionOk="0" h="4923790" w="3662687">
                  <a:moveTo>
                    <a:pt x="3271520" y="4923790"/>
                  </a:moveTo>
                  <a:lnTo>
                    <a:pt x="391160" y="4923790"/>
                  </a:lnTo>
                  <a:cubicBezTo>
                    <a:pt x="175260" y="4923790"/>
                    <a:pt x="0" y="4748530"/>
                    <a:pt x="0" y="4532630"/>
                  </a:cubicBezTo>
                  <a:lnTo>
                    <a:pt x="0" y="392430"/>
                  </a:lnTo>
                  <a:cubicBezTo>
                    <a:pt x="0" y="175260"/>
                    <a:pt x="175260" y="0"/>
                    <a:pt x="391160" y="0"/>
                  </a:cubicBezTo>
                  <a:lnTo>
                    <a:pt x="3271520" y="0"/>
                  </a:lnTo>
                  <a:cubicBezTo>
                    <a:pt x="3487420" y="0"/>
                    <a:pt x="3662680" y="175260"/>
                    <a:pt x="3662680" y="391160"/>
                  </a:cubicBezTo>
                  <a:lnTo>
                    <a:pt x="3662680" y="4531360"/>
                  </a:lnTo>
                  <a:cubicBezTo>
                    <a:pt x="3663950" y="4747260"/>
                    <a:pt x="3487420" y="4923790"/>
                    <a:pt x="3271520" y="4923790"/>
                  </a:cubicBezTo>
                  <a:close/>
                  <a:moveTo>
                    <a:pt x="391160" y="63500"/>
                  </a:moveTo>
                  <a:cubicBezTo>
                    <a:pt x="210820" y="63500"/>
                    <a:pt x="63500" y="210820"/>
                    <a:pt x="63500" y="391160"/>
                  </a:cubicBezTo>
                  <a:lnTo>
                    <a:pt x="63500" y="4531360"/>
                  </a:lnTo>
                  <a:cubicBezTo>
                    <a:pt x="63500" y="4712970"/>
                    <a:pt x="210820" y="4859020"/>
                    <a:pt x="391160" y="4859020"/>
                  </a:cubicBezTo>
                  <a:lnTo>
                    <a:pt x="3271520" y="4859020"/>
                  </a:lnTo>
                  <a:cubicBezTo>
                    <a:pt x="3453130" y="4859020"/>
                    <a:pt x="3599180" y="4711700"/>
                    <a:pt x="3599180" y="4531360"/>
                  </a:cubicBezTo>
                  <a:lnTo>
                    <a:pt x="3599180" y="391160"/>
                  </a:lnTo>
                  <a:cubicBezTo>
                    <a:pt x="3599180" y="209550"/>
                    <a:pt x="3451860" y="63500"/>
                    <a:pt x="3271520" y="63500"/>
                  </a:cubicBezTo>
                  <a:lnTo>
                    <a:pt x="391160" y="63500"/>
                  </a:lnTo>
                  <a:close/>
                </a:path>
              </a:pathLst>
            </a:custGeom>
            <a:solidFill>
              <a:srgbClr val="004AA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grpSp>
      <p:grpSp>
        <p:nvGrpSpPr>
          <p:cNvPr id="178" name="Google Shape;178;p27"/>
          <p:cNvGrpSpPr/>
          <p:nvPr/>
        </p:nvGrpSpPr>
        <p:grpSpPr>
          <a:xfrm>
            <a:off x="6307067" y="2816535"/>
            <a:ext cx="1608904" cy="2162868"/>
            <a:chOff x="0" y="0"/>
            <a:chExt cx="3662687" cy="4923790"/>
          </a:xfrm>
        </p:grpSpPr>
        <p:sp>
          <p:nvSpPr>
            <p:cNvPr id="179" name="Google Shape;179;p27"/>
            <p:cNvSpPr/>
            <p:nvPr/>
          </p:nvSpPr>
          <p:spPr>
            <a:xfrm>
              <a:off x="31750" y="31750"/>
              <a:ext cx="3600450" cy="4859020"/>
            </a:xfrm>
            <a:custGeom>
              <a:rect b="b" l="l" r="r" t="t"/>
              <a:pathLst>
                <a:path extrusionOk="0" h="4859020" w="3600450">
                  <a:moveTo>
                    <a:pt x="3600450" y="4499610"/>
                  </a:moveTo>
                  <a:cubicBezTo>
                    <a:pt x="3600450" y="4699000"/>
                    <a:pt x="3439160" y="4859020"/>
                    <a:pt x="3241040" y="4859020"/>
                  </a:cubicBezTo>
                  <a:lnTo>
                    <a:pt x="359410" y="4859020"/>
                  </a:lnTo>
                  <a:cubicBezTo>
                    <a:pt x="160020" y="4859020"/>
                    <a:pt x="0" y="4697730"/>
                    <a:pt x="0" y="4499610"/>
                  </a:cubicBezTo>
                  <a:lnTo>
                    <a:pt x="0" y="359410"/>
                  </a:lnTo>
                  <a:cubicBezTo>
                    <a:pt x="0" y="160020"/>
                    <a:pt x="161290" y="0"/>
                    <a:pt x="359410" y="0"/>
                  </a:cubicBezTo>
                  <a:lnTo>
                    <a:pt x="3239770" y="0"/>
                  </a:lnTo>
                  <a:cubicBezTo>
                    <a:pt x="3439160" y="0"/>
                    <a:pt x="3599180" y="161290"/>
                    <a:pt x="3599180" y="359410"/>
                  </a:cubicBezTo>
                  <a:lnTo>
                    <a:pt x="3600450" y="4499610"/>
                  </a:lnTo>
                  <a:close/>
                </a:path>
              </a:pathLst>
            </a:custGeom>
            <a:blipFill rotWithShape="1">
              <a:blip r:embed="rId7">
                <a:alphaModFix/>
              </a:blip>
              <a:stretch>
                <a:fillRect b="0" l="-9821" r="-9821" t="0"/>
              </a:stretch>
            </a:blip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80" name="Google Shape;180;p27"/>
            <p:cNvSpPr/>
            <p:nvPr/>
          </p:nvSpPr>
          <p:spPr>
            <a:xfrm>
              <a:off x="0" y="0"/>
              <a:ext cx="3662687" cy="4923790"/>
            </a:xfrm>
            <a:custGeom>
              <a:rect b="b" l="l" r="r" t="t"/>
              <a:pathLst>
                <a:path extrusionOk="0" h="4923790" w="3662687">
                  <a:moveTo>
                    <a:pt x="3271520" y="4923790"/>
                  </a:moveTo>
                  <a:lnTo>
                    <a:pt x="391160" y="4923790"/>
                  </a:lnTo>
                  <a:cubicBezTo>
                    <a:pt x="175260" y="4923790"/>
                    <a:pt x="0" y="4748530"/>
                    <a:pt x="0" y="4532630"/>
                  </a:cubicBezTo>
                  <a:lnTo>
                    <a:pt x="0" y="392430"/>
                  </a:lnTo>
                  <a:cubicBezTo>
                    <a:pt x="0" y="175260"/>
                    <a:pt x="175260" y="0"/>
                    <a:pt x="391160" y="0"/>
                  </a:cubicBezTo>
                  <a:lnTo>
                    <a:pt x="3271520" y="0"/>
                  </a:lnTo>
                  <a:cubicBezTo>
                    <a:pt x="3487420" y="0"/>
                    <a:pt x="3662680" y="175260"/>
                    <a:pt x="3662680" y="391160"/>
                  </a:cubicBezTo>
                  <a:lnTo>
                    <a:pt x="3662680" y="4531360"/>
                  </a:lnTo>
                  <a:cubicBezTo>
                    <a:pt x="3663950" y="4747260"/>
                    <a:pt x="3487420" y="4923790"/>
                    <a:pt x="3271520" y="4923790"/>
                  </a:cubicBezTo>
                  <a:close/>
                  <a:moveTo>
                    <a:pt x="391160" y="63500"/>
                  </a:moveTo>
                  <a:cubicBezTo>
                    <a:pt x="210820" y="63500"/>
                    <a:pt x="63500" y="210820"/>
                    <a:pt x="63500" y="391160"/>
                  </a:cubicBezTo>
                  <a:lnTo>
                    <a:pt x="63500" y="4531360"/>
                  </a:lnTo>
                  <a:cubicBezTo>
                    <a:pt x="63500" y="4712970"/>
                    <a:pt x="210820" y="4859020"/>
                    <a:pt x="391160" y="4859020"/>
                  </a:cubicBezTo>
                  <a:lnTo>
                    <a:pt x="3271520" y="4859020"/>
                  </a:lnTo>
                  <a:cubicBezTo>
                    <a:pt x="3453130" y="4859020"/>
                    <a:pt x="3599180" y="4711700"/>
                    <a:pt x="3599180" y="4531360"/>
                  </a:cubicBezTo>
                  <a:lnTo>
                    <a:pt x="3599180" y="391160"/>
                  </a:lnTo>
                  <a:cubicBezTo>
                    <a:pt x="3599180" y="209550"/>
                    <a:pt x="3451860" y="63500"/>
                    <a:pt x="3271520" y="63500"/>
                  </a:cubicBezTo>
                  <a:lnTo>
                    <a:pt x="391160" y="63500"/>
                  </a:lnTo>
                  <a:close/>
                </a:path>
              </a:pathLst>
            </a:custGeom>
            <a:solidFill>
              <a:srgbClr val="004AA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grpSp>
      <p:sp>
        <p:nvSpPr>
          <p:cNvPr id="181" name="Google Shape;181;p27"/>
          <p:cNvSpPr txBox="1"/>
          <p:nvPr/>
        </p:nvSpPr>
        <p:spPr>
          <a:xfrm>
            <a:off x="354706" y="831067"/>
            <a:ext cx="2121690" cy="397402"/>
          </a:xfrm>
          <a:prstGeom prst="rect">
            <a:avLst/>
          </a:prstGeom>
          <a:noFill/>
          <a:ln>
            <a:noFill/>
          </a:ln>
        </p:spPr>
        <p:txBody>
          <a:bodyPr anchorCtr="0" anchor="t" bIns="0" lIns="0" spcFirstLastPara="1" rIns="0" wrap="square" tIns="0">
            <a:spAutoFit/>
          </a:bodyPr>
          <a:lstStyle/>
          <a:p>
            <a:pPr indent="0" lvl="0" marL="0" marR="0" rtl="0" algn="l">
              <a:lnSpc>
                <a:spcPct val="139995"/>
              </a:lnSpc>
              <a:spcBef>
                <a:spcPts val="0"/>
              </a:spcBef>
              <a:spcAft>
                <a:spcPts val="0"/>
              </a:spcAft>
              <a:buNone/>
            </a:pPr>
            <a:r>
              <a:rPr b="0" i="0" lang="ru" sz="2400" u="none" cap="none" strike="noStrike">
                <a:solidFill>
                  <a:srgbClr val="FFFFFF"/>
                </a:solidFill>
                <a:latin typeface="League Spartan"/>
                <a:ea typeface="League Spartan"/>
                <a:cs typeface="League Spartan"/>
                <a:sym typeface="League Spartan"/>
              </a:rPr>
              <a:t>COURSE 1</a:t>
            </a:r>
            <a:endParaRPr sz="700"/>
          </a:p>
        </p:txBody>
      </p:sp>
      <p:sp>
        <p:nvSpPr>
          <p:cNvPr id="182" name="Google Shape;182;p27"/>
          <p:cNvSpPr txBox="1"/>
          <p:nvPr/>
        </p:nvSpPr>
        <p:spPr>
          <a:xfrm>
            <a:off x="354706" y="471488"/>
            <a:ext cx="2421043" cy="385108"/>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0" i="0" lang="ru" sz="2300" u="none" cap="none" strike="noStrike">
                <a:solidFill>
                  <a:srgbClr val="FFFFFF"/>
                </a:solidFill>
                <a:latin typeface="Roboto"/>
                <a:ea typeface="Roboto"/>
                <a:cs typeface="Roboto"/>
                <a:sym typeface="Roboto"/>
              </a:rPr>
              <a:t>ABOUT MY</a:t>
            </a:r>
            <a:endParaRPr sz="700"/>
          </a:p>
        </p:txBody>
      </p:sp>
      <p:sp>
        <p:nvSpPr>
          <p:cNvPr id="183" name="Google Shape;183;p27"/>
          <p:cNvSpPr txBox="1"/>
          <p:nvPr/>
        </p:nvSpPr>
        <p:spPr>
          <a:xfrm>
            <a:off x="354705" y="1527614"/>
            <a:ext cx="2817287" cy="2787638"/>
          </a:xfrm>
          <a:prstGeom prst="rect">
            <a:avLst/>
          </a:prstGeom>
          <a:noFill/>
          <a:ln>
            <a:noFill/>
          </a:ln>
        </p:spPr>
        <p:txBody>
          <a:bodyPr anchorCtr="0" anchor="t" bIns="0" lIns="0" spcFirstLastPara="1" rIns="0" wrap="square" tIns="0">
            <a:spAutoFit/>
          </a:bodyPr>
          <a:lstStyle/>
          <a:p>
            <a:pPr indent="0" lvl="0" marL="0" marR="0" rtl="0" algn="l">
              <a:lnSpc>
                <a:spcPct val="140047"/>
              </a:lnSpc>
              <a:spcBef>
                <a:spcPts val="0"/>
              </a:spcBef>
              <a:spcAft>
                <a:spcPts val="0"/>
              </a:spcAft>
              <a:buNone/>
            </a:pPr>
            <a:r>
              <a:rPr b="0" i="0" lang="ru" sz="1100" u="none" cap="none" strike="noStrike">
                <a:solidFill>
                  <a:srgbClr val="FFFFFF"/>
                </a:solidFill>
                <a:latin typeface="Poppins"/>
                <a:ea typeface="Poppins"/>
                <a:cs typeface="Poppins"/>
                <a:sym typeface="Poppins"/>
              </a:rPr>
              <a:t>     Programming Foundations with JavaScript, HTML and CSS offered by Duke University.</a:t>
            </a:r>
            <a:endParaRPr sz="700"/>
          </a:p>
          <a:p>
            <a:pPr indent="0" lvl="0" marL="0" marR="0" rtl="0" algn="l">
              <a:lnSpc>
                <a:spcPct val="140047"/>
              </a:lnSpc>
              <a:spcBef>
                <a:spcPts val="0"/>
              </a:spcBef>
              <a:spcAft>
                <a:spcPts val="0"/>
              </a:spcAft>
              <a:buNone/>
            </a:pPr>
            <a:r>
              <a:rPr b="0" i="0" lang="ru" sz="1100" u="none" cap="none" strike="noStrike">
                <a:solidFill>
                  <a:srgbClr val="FFFFFF"/>
                </a:solidFill>
                <a:latin typeface="Poppins"/>
                <a:ea typeface="Poppins"/>
                <a:cs typeface="Poppins"/>
                <a:sym typeface="Poppins"/>
              </a:rPr>
              <a:t>    This course introduces the fundamental building blocks of web development. Throughout the program, I learned how to create structured webpages using HTML, design layouts and apply styles with CSS, and write interactive logic using JavaScript.</a:t>
            </a:r>
            <a:endParaRPr sz="700"/>
          </a:p>
          <a:p>
            <a:pPr indent="0" lvl="0" marL="0" marR="0" rtl="0" algn="l">
              <a:lnSpc>
                <a:spcPct val="140047"/>
              </a:lnSpc>
              <a:spcBef>
                <a:spcPts val="0"/>
              </a:spcBef>
              <a:spcAft>
                <a:spcPts val="0"/>
              </a:spcAft>
              <a:buNone/>
            </a:pPr>
            <a:r>
              <a:rPr b="0" i="0" lang="ru" sz="1100" u="none" cap="none" strike="noStrike">
                <a:solidFill>
                  <a:srgbClr val="FFFFFF"/>
                </a:solidFill>
                <a:latin typeface="Poppins"/>
                <a:ea typeface="Poppins"/>
                <a:cs typeface="Poppins"/>
                <a:sym typeface="Poppins"/>
              </a:rPr>
              <a:t>    The course combines theory with hands-on practice and includes multiple exercises, coding challenges, and a final mini-project.</a:t>
            </a:r>
            <a:endParaRPr sz="700"/>
          </a:p>
          <a:p>
            <a:pPr indent="0" lvl="0" marL="0" marR="0" rtl="0" algn="l">
              <a:lnSpc>
                <a:spcPct val="140047"/>
              </a:lnSpc>
              <a:spcBef>
                <a:spcPts val="0"/>
              </a:spcBef>
              <a:spcAft>
                <a:spcPts val="0"/>
              </a:spcAft>
              <a:buNone/>
            </a:pPr>
            <a:r>
              <a:t/>
            </a:r>
            <a:endParaRPr b="0" i="0" sz="1100" u="none" cap="none" strike="noStrike">
              <a:solidFill>
                <a:srgbClr val="FFFFFF"/>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8"/>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grpSp>
        <p:nvGrpSpPr>
          <p:cNvPr id="189" name="Google Shape;189;p28"/>
          <p:cNvGrpSpPr/>
          <p:nvPr/>
        </p:nvGrpSpPr>
        <p:grpSpPr>
          <a:xfrm>
            <a:off x="5954022" y="-90413"/>
            <a:ext cx="3189979" cy="5233913"/>
            <a:chOff x="0" y="-47625"/>
            <a:chExt cx="1680318" cy="2756958"/>
          </a:xfrm>
        </p:grpSpPr>
        <p:sp>
          <p:nvSpPr>
            <p:cNvPr id="190" name="Google Shape;190;p28"/>
            <p:cNvSpPr/>
            <p:nvPr/>
          </p:nvSpPr>
          <p:spPr>
            <a:xfrm>
              <a:off x="0" y="0"/>
              <a:ext cx="1680318" cy="2709333"/>
            </a:xfrm>
            <a:custGeom>
              <a:rect b="b" l="l" r="r" t="t"/>
              <a:pathLst>
                <a:path extrusionOk="0" h="2709333" w="1680318">
                  <a:moveTo>
                    <a:pt x="0" y="0"/>
                  </a:moveTo>
                  <a:lnTo>
                    <a:pt x="1680318" y="0"/>
                  </a:lnTo>
                  <a:lnTo>
                    <a:pt x="1680318" y="2709333"/>
                  </a:lnTo>
                  <a:lnTo>
                    <a:pt x="0" y="2709333"/>
                  </a:lnTo>
                  <a:close/>
                </a:path>
              </a:pathLst>
            </a:custGeom>
            <a:solidFill>
              <a:srgbClr val="004AAD"/>
            </a:solidFill>
            <a:ln>
              <a:noFill/>
            </a:ln>
          </p:spPr>
        </p:sp>
        <p:sp>
          <p:nvSpPr>
            <p:cNvPr id="191" name="Google Shape;191;p28"/>
            <p:cNvSpPr txBox="1"/>
            <p:nvPr/>
          </p:nvSpPr>
          <p:spPr>
            <a:xfrm>
              <a:off x="0" y="-47625"/>
              <a:ext cx="1680318" cy="2756958"/>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192" name="Google Shape;192;p28"/>
          <p:cNvGrpSpPr/>
          <p:nvPr/>
        </p:nvGrpSpPr>
        <p:grpSpPr>
          <a:xfrm>
            <a:off x="5320292" y="803376"/>
            <a:ext cx="934133" cy="934133"/>
            <a:chOff x="0" y="0"/>
            <a:chExt cx="812800" cy="812800"/>
          </a:xfrm>
        </p:grpSpPr>
        <p:sp>
          <p:nvSpPr>
            <p:cNvPr id="193" name="Google Shape;193;p2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94" name="Google Shape;194;p28"/>
            <p:cNvSpPr txBox="1"/>
            <p:nvPr/>
          </p:nvSpPr>
          <p:spPr>
            <a:xfrm>
              <a:off x="76200" y="28575"/>
              <a:ext cx="660400" cy="708025"/>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95" name="Google Shape;195;p28"/>
          <p:cNvSpPr txBox="1"/>
          <p:nvPr/>
        </p:nvSpPr>
        <p:spPr>
          <a:xfrm>
            <a:off x="6418100" y="1068095"/>
            <a:ext cx="2454014" cy="486069"/>
          </a:xfrm>
          <a:prstGeom prst="rect">
            <a:avLst/>
          </a:prstGeom>
          <a:noFill/>
          <a:ln>
            <a:noFill/>
          </a:ln>
        </p:spPr>
        <p:txBody>
          <a:bodyPr anchorCtr="0" anchor="t" bIns="0" lIns="0" spcFirstLastPara="1" rIns="0" wrap="square" tIns="0">
            <a:spAutoFit/>
          </a:bodyPr>
          <a:lstStyle/>
          <a:p>
            <a:pPr indent="-107950" lvl="1" marL="203200" marR="0" rtl="0" algn="r">
              <a:lnSpc>
                <a:spcPct val="140032"/>
              </a:lnSpc>
              <a:spcBef>
                <a:spcPts val="0"/>
              </a:spcBef>
              <a:spcAft>
                <a:spcPts val="0"/>
              </a:spcAft>
              <a:buClr>
                <a:srgbClr val="FFFFFF"/>
              </a:buClr>
              <a:buSzPts val="900"/>
              <a:buFont typeface="Arial"/>
              <a:buChar char="•"/>
            </a:pPr>
            <a:r>
              <a:rPr b="0" i="0" lang="ru" sz="900" u="none" cap="none" strike="noStrike">
                <a:solidFill>
                  <a:srgbClr val="FFFFFF"/>
                </a:solidFill>
                <a:latin typeface="Poppins"/>
                <a:ea typeface="Poppins"/>
                <a:cs typeface="Poppins"/>
                <a:sym typeface="Poppins"/>
              </a:rPr>
              <a:t>It develops practical coding skills.</a:t>
            </a:r>
            <a:endParaRPr sz="700"/>
          </a:p>
          <a:p>
            <a:pPr indent="0" lvl="0" marL="0" marR="0" rtl="0" algn="r">
              <a:lnSpc>
                <a:spcPct val="140032"/>
              </a:lnSpc>
              <a:spcBef>
                <a:spcPts val="0"/>
              </a:spcBef>
              <a:spcAft>
                <a:spcPts val="0"/>
              </a:spcAft>
              <a:buNone/>
            </a:pPr>
            <a:r>
              <a:rPr b="0" i="0" lang="ru" sz="900" u="none" cap="none" strike="noStrike">
                <a:solidFill>
                  <a:srgbClr val="FFFFFF"/>
                </a:solidFill>
                <a:latin typeface="Poppins"/>
                <a:ea typeface="Poppins"/>
                <a:cs typeface="Poppins"/>
                <a:sym typeface="Poppins"/>
              </a:rPr>
              <a:t> The program focuses not only on theory but also on writing real code.</a:t>
            </a:r>
            <a:endParaRPr sz="700"/>
          </a:p>
        </p:txBody>
      </p:sp>
      <p:sp>
        <p:nvSpPr>
          <p:cNvPr id="196" name="Google Shape;196;p28"/>
          <p:cNvSpPr txBox="1"/>
          <p:nvPr/>
        </p:nvSpPr>
        <p:spPr>
          <a:xfrm>
            <a:off x="6418100" y="2026996"/>
            <a:ext cx="2454014" cy="1132809"/>
          </a:xfrm>
          <a:prstGeom prst="rect">
            <a:avLst/>
          </a:prstGeom>
          <a:noFill/>
          <a:ln>
            <a:noFill/>
          </a:ln>
        </p:spPr>
        <p:txBody>
          <a:bodyPr anchorCtr="0" anchor="t" bIns="0" lIns="0" spcFirstLastPara="1" rIns="0" wrap="square" tIns="0">
            <a:spAutoFit/>
          </a:bodyPr>
          <a:lstStyle/>
          <a:p>
            <a:pPr indent="0" lvl="0" marL="0" marR="0" rtl="0" algn="r">
              <a:lnSpc>
                <a:spcPct val="140032"/>
              </a:lnSpc>
              <a:spcBef>
                <a:spcPts val="0"/>
              </a:spcBef>
              <a:spcAft>
                <a:spcPts val="0"/>
              </a:spcAft>
              <a:buNone/>
            </a:pPr>
            <a:r>
              <a:rPr b="0" i="0" lang="ru" sz="900" u="none" cap="none" strike="noStrike">
                <a:solidFill>
                  <a:srgbClr val="FFFFFF"/>
                </a:solidFill>
                <a:latin typeface="Poppins"/>
                <a:ea typeface="Poppins"/>
                <a:cs typeface="Poppins"/>
                <a:sym typeface="Poppins"/>
              </a:rPr>
              <a:t>• It provides 30+ hours of structured study.</a:t>
            </a:r>
            <a:endParaRPr sz="700"/>
          </a:p>
          <a:p>
            <a:pPr indent="0" lvl="0" marL="0" marR="0" rtl="0" algn="r">
              <a:lnSpc>
                <a:spcPct val="140032"/>
              </a:lnSpc>
              <a:spcBef>
                <a:spcPts val="0"/>
              </a:spcBef>
              <a:spcAft>
                <a:spcPts val="0"/>
              </a:spcAft>
              <a:buNone/>
            </a:pPr>
            <a:r>
              <a:rPr b="0" i="0" lang="ru" sz="900" u="none" cap="none" strike="noStrike">
                <a:solidFill>
                  <a:srgbClr val="FFFFFF"/>
                </a:solidFill>
                <a:latin typeface="Poppins"/>
                <a:ea typeface="Poppins"/>
                <a:cs typeface="Poppins"/>
                <a:sym typeface="Poppins"/>
              </a:rPr>
              <a:t> The course fits the academic requirement for duration and offers well-organized learning materials, quizzes, and projects that ensure consistent progress.</a:t>
            </a:r>
            <a:endParaRPr sz="700"/>
          </a:p>
        </p:txBody>
      </p:sp>
      <p:sp>
        <p:nvSpPr>
          <p:cNvPr id="197" name="Google Shape;197;p28"/>
          <p:cNvSpPr txBox="1"/>
          <p:nvPr/>
        </p:nvSpPr>
        <p:spPr>
          <a:xfrm>
            <a:off x="6418100" y="3795837"/>
            <a:ext cx="2454014" cy="486069"/>
          </a:xfrm>
          <a:prstGeom prst="rect">
            <a:avLst/>
          </a:prstGeom>
          <a:noFill/>
          <a:ln>
            <a:noFill/>
          </a:ln>
        </p:spPr>
        <p:txBody>
          <a:bodyPr anchorCtr="0" anchor="t" bIns="0" lIns="0" spcFirstLastPara="1" rIns="0" wrap="square" tIns="0">
            <a:spAutoFit/>
          </a:bodyPr>
          <a:lstStyle/>
          <a:p>
            <a:pPr indent="-107950" lvl="1" marL="203200" marR="0" rtl="0" algn="r">
              <a:lnSpc>
                <a:spcPct val="140032"/>
              </a:lnSpc>
              <a:spcBef>
                <a:spcPts val="0"/>
              </a:spcBef>
              <a:spcAft>
                <a:spcPts val="0"/>
              </a:spcAft>
              <a:buClr>
                <a:srgbClr val="FFFFFF"/>
              </a:buClr>
              <a:buSzPts val="900"/>
              <a:buFont typeface="Arial"/>
              <a:buChar char="•"/>
            </a:pPr>
            <a:r>
              <a:rPr b="0" i="0" lang="ru" sz="900" u="none" cap="none" strike="noStrike">
                <a:solidFill>
                  <a:srgbClr val="FFFFFF"/>
                </a:solidFill>
                <a:latin typeface="Poppins"/>
                <a:ea typeface="Poppins"/>
                <a:cs typeface="Poppins"/>
                <a:sym typeface="Poppins"/>
              </a:rPr>
              <a:t>I gained a balance of conceptual understanding and practical experience.</a:t>
            </a:r>
            <a:endParaRPr sz="700"/>
          </a:p>
        </p:txBody>
      </p:sp>
      <p:grpSp>
        <p:nvGrpSpPr>
          <p:cNvPr id="198" name="Google Shape;198;p28"/>
          <p:cNvGrpSpPr/>
          <p:nvPr/>
        </p:nvGrpSpPr>
        <p:grpSpPr>
          <a:xfrm>
            <a:off x="5320292" y="2105146"/>
            <a:ext cx="934133" cy="934133"/>
            <a:chOff x="0" y="0"/>
            <a:chExt cx="812800" cy="812800"/>
          </a:xfrm>
        </p:grpSpPr>
        <p:sp>
          <p:nvSpPr>
            <p:cNvPr id="199" name="Google Shape;199;p2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00" name="Google Shape;200;p28"/>
            <p:cNvSpPr txBox="1"/>
            <p:nvPr/>
          </p:nvSpPr>
          <p:spPr>
            <a:xfrm>
              <a:off x="76200" y="28575"/>
              <a:ext cx="660400" cy="708025"/>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201" name="Google Shape;201;p28"/>
          <p:cNvGrpSpPr/>
          <p:nvPr/>
        </p:nvGrpSpPr>
        <p:grpSpPr>
          <a:xfrm>
            <a:off x="5320292" y="3405991"/>
            <a:ext cx="934133" cy="934133"/>
            <a:chOff x="0" y="0"/>
            <a:chExt cx="812800" cy="812800"/>
          </a:xfrm>
        </p:grpSpPr>
        <p:sp>
          <p:nvSpPr>
            <p:cNvPr id="202" name="Google Shape;202;p2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03" name="Google Shape;203;p28"/>
            <p:cNvSpPr txBox="1"/>
            <p:nvPr/>
          </p:nvSpPr>
          <p:spPr>
            <a:xfrm>
              <a:off x="76200" y="28575"/>
              <a:ext cx="660400" cy="708025"/>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204" name="Google Shape;204;p28"/>
          <p:cNvGrpSpPr/>
          <p:nvPr/>
        </p:nvGrpSpPr>
        <p:grpSpPr>
          <a:xfrm>
            <a:off x="-485270" y="912759"/>
            <a:ext cx="800967" cy="3323743"/>
            <a:chOff x="0" y="-47625"/>
            <a:chExt cx="421908" cy="1750778"/>
          </a:xfrm>
        </p:grpSpPr>
        <p:sp>
          <p:nvSpPr>
            <p:cNvPr id="205" name="Google Shape;205;p28"/>
            <p:cNvSpPr/>
            <p:nvPr/>
          </p:nvSpPr>
          <p:spPr>
            <a:xfrm>
              <a:off x="0" y="0"/>
              <a:ext cx="421908" cy="1703153"/>
            </a:xfrm>
            <a:custGeom>
              <a:rect b="b" l="l" r="r" t="t"/>
              <a:pathLst>
                <a:path extrusionOk="0" h="1703153" w="421908">
                  <a:moveTo>
                    <a:pt x="210954" y="0"/>
                  </a:moveTo>
                  <a:lnTo>
                    <a:pt x="210954" y="0"/>
                  </a:lnTo>
                  <a:cubicBezTo>
                    <a:pt x="266903" y="0"/>
                    <a:pt x="320560" y="22225"/>
                    <a:pt x="360121" y="61787"/>
                  </a:cubicBezTo>
                  <a:cubicBezTo>
                    <a:pt x="399683" y="101349"/>
                    <a:pt x="421908" y="155006"/>
                    <a:pt x="421908" y="210954"/>
                  </a:cubicBezTo>
                  <a:lnTo>
                    <a:pt x="421908" y="1492199"/>
                  </a:lnTo>
                  <a:cubicBezTo>
                    <a:pt x="421908" y="1548147"/>
                    <a:pt x="399683" y="1601804"/>
                    <a:pt x="360121" y="1641366"/>
                  </a:cubicBezTo>
                  <a:cubicBezTo>
                    <a:pt x="320560" y="1680928"/>
                    <a:pt x="266903" y="1703153"/>
                    <a:pt x="210954" y="1703153"/>
                  </a:cubicBezTo>
                  <a:lnTo>
                    <a:pt x="210954" y="1703153"/>
                  </a:lnTo>
                  <a:cubicBezTo>
                    <a:pt x="155006" y="1703153"/>
                    <a:pt x="101349" y="1680928"/>
                    <a:pt x="61787" y="1641366"/>
                  </a:cubicBezTo>
                  <a:cubicBezTo>
                    <a:pt x="22225" y="1601804"/>
                    <a:pt x="0" y="1548147"/>
                    <a:pt x="0" y="1492199"/>
                  </a:cubicBezTo>
                  <a:lnTo>
                    <a:pt x="0" y="210954"/>
                  </a:lnTo>
                  <a:cubicBezTo>
                    <a:pt x="0" y="155006"/>
                    <a:pt x="22225" y="101349"/>
                    <a:pt x="61787" y="61787"/>
                  </a:cubicBezTo>
                  <a:cubicBezTo>
                    <a:pt x="101349" y="22225"/>
                    <a:pt x="155006" y="0"/>
                    <a:pt x="210954" y="0"/>
                  </a:cubicBezTo>
                  <a:close/>
                </a:path>
              </a:pathLst>
            </a:custGeom>
            <a:solidFill>
              <a:srgbClr val="004AA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06" name="Google Shape;206;p28"/>
            <p:cNvSpPr txBox="1"/>
            <p:nvPr/>
          </p:nvSpPr>
          <p:spPr>
            <a:xfrm>
              <a:off x="0" y="-47625"/>
              <a:ext cx="421908" cy="1750778"/>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07" name="Google Shape;207;p28"/>
          <p:cNvSpPr txBox="1"/>
          <p:nvPr/>
        </p:nvSpPr>
        <p:spPr>
          <a:xfrm>
            <a:off x="1747497" y="300365"/>
            <a:ext cx="3572795" cy="385108"/>
          </a:xfrm>
          <a:prstGeom prst="rect">
            <a:avLst/>
          </a:prstGeom>
          <a:noFill/>
          <a:ln>
            <a:noFill/>
          </a:ln>
        </p:spPr>
        <p:txBody>
          <a:bodyPr anchorCtr="0" anchor="t" bIns="0" lIns="0" spcFirstLastPara="1" rIns="0" wrap="square" tIns="0">
            <a:spAutoFit/>
          </a:bodyPr>
          <a:lstStyle/>
          <a:p>
            <a:pPr indent="0" lvl="0" marL="0" marR="0" rtl="0" algn="r">
              <a:lnSpc>
                <a:spcPct val="140013"/>
              </a:lnSpc>
              <a:spcBef>
                <a:spcPts val="0"/>
              </a:spcBef>
              <a:spcAft>
                <a:spcPts val="0"/>
              </a:spcAft>
              <a:buNone/>
            </a:pPr>
            <a:r>
              <a:rPr b="1" i="0" lang="ru" sz="2300" u="none" cap="none" strike="noStrike">
                <a:solidFill>
                  <a:srgbClr val="000000"/>
                </a:solidFill>
                <a:latin typeface="Roboto"/>
                <a:ea typeface="Roboto"/>
                <a:cs typeface="Roboto"/>
                <a:sym typeface="Roboto"/>
              </a:rPr>
              <a:t>WHY I SELECTED THIS </a:t>
            </a:r>
            <a:endParaRPr sz="700"/>
          </a:p>
        </p:txBody>
      </p:sp>
      <p:sp>
        <p:nvSpPr>
          <p:cNvPr id="208" name="Google Shape;208;p28"/>
          <p:cNvSpPr txBox="1"/>
          <p:nvPr/>
        </p:nvSpPr>
        <p:spPr>
          <a:xfrm>
            <a:off x="6389421" y="405974"/>
            <a:ext cx="2511372" cy="397403"/>
          </a:xfrm>
          <a:prstGeom prst="rect">
            <a:avLst/>
          </a:prstGeom>
          <a:noFill/>
          <a:ln>
            <a:noFill/>
          </a:ln>
        </p:spPr>
        <p:txBody>
          <a:bodyPr anchorCtr="0" anchor="t" bIns="0" lIns="0" spcFirstLastPara="1" rIns="0" wrap="square" tIns="0">
            <a:spAutoFit/>
          </a:bodyPr>
          <a:lstStyle/>
          <a:p>
            <a:pPr indent="0" lvl="0" marL="0" marR="0" rtl="0" algn="r">
              <a:lnSpc>
                <a:spcPct val="139995"/>
              </a:lnSpc>
              <a:spcBef>
                <a:spcPts val="0"/>
              </a:spcBef>
              <a:spcAft>
                <a:spcPts val="0"/>
              </a:spcAft>
              <a:buNone/>
            </a:pPr>
            <a:r>
              <a:rPr b="1" i="0" lang="ru" sz="2400" u="none" cap="none" strike="noStrike">
                <a:solidFill>
                  <a:srgbClr val="FFFFFF"/>
                </a:solidFill>
                <a:latin typeface="League Spartan"/>
                <a:ea typeface="League Spartan"/>
                <a:cs typeface="League Spartan"/>
                <a:sym typeface="League Spartan"/>
              </a:rPr>
              <a:t>CERTIFICATION</a:t>
            </a:r>
            <a:endParaRPr sz="700"/>
          </a:p>
        </p:txBody>
      </p:sp>
      <p:sp>
        <p:nvSpPr>
          <p:cNvPr id="209" name="Google Shape;209;p28"/>
          <p:cNvSpPr txBox="1"/>
          <p:nvPr/>
        </p:nvSpPr>
        <p:spPr>
          <a:xfrm>
            <a:off x="5377649" y="950736"/>
            <a:ext cx="819418" cy="667989"/>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b="0" i="0" lang="ru" sz="3900" u="none" cap="none" strike="noStrike">
                <a:solidFill>
                  <a:srgbClr val="000000"/>
                </a:solidFill>
                <a:latin typeface="League Spartan"/>
                <a:ea typeface="League Spartan"/>
                <a:cs typeface="League Spartan"/>
                <a:sym typeface="League Spartan"/>
              </a:rPr>
              <a:t>1</a:t>
            </a:r>
            <a:endParaRPr sz="700"/>
          </a:p>
        </p:txBody>
      </p:sp>
      <p:sp>
        <p:nvSpPr>
          <p:cNvPr id="210" name="Google Shape;210;p28"/>
          <p:cNvSpPr txBox="1"/>
          <p:nvPr/>
        </p:nvSpPr>
        <p:spPr>
          <a:xfrm>
            <a:off x="5377649" y="2247743"/>
            <a:ext cx="819418" cy="667988"/>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b="1" i="0" lang="ru" sz="3900" u="none" cap="none" strike="noStrike">
                <a:solidFill>
                  <a:srgbClr val="000000"/>
                </a:solidFill>
                <a:latin typeface="League Spartan"/>
                <a:ea typeface="League Spartan"/>
                <a:cs typeface="League Spartan"/>
                <a:sym typeface="League Spartan"/>
              </a:rPr>
              <a:t>2</a:t>
            </a:r>
            <a:endParaRPr sz="700"/>
          </a:p>
        </p:txBody>
      </p:sp>
      <p:sp>
        <p:nvSpPr>
          <p:cNvPr id="211" name="Google Shape;211;p28"/>
          <p:cNvSpPr txBox="1"/>
          <p:nvPr/>
        </p:nvSpPr>
        <p:spPr>
          <a:xfrm>
            <a:off x="5377649" y="3548866"/>
            <a:ext cx="819418" cy="667989"/>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b="0" i="0" lang="ru" sz="3900" u="none" cap="none" strike="noStrike">
                <a:solidFill>
                  <a:srgbClr val="000000"/>
                </a:solidFill>
                <a:latin typeface="League Spartan"/>
                <a:ea typeface="League Spartan"/>
                <a:cs typeface="League Spartan"/>
                <a:sym typeface="League Spartan"/>
              </a:rPr>
              <a:t>3</a:t>
            </a:r>
            <a:endParaRPr sz="700"/>
          </a:p>
        </p:txBody>
      </p:sp>
      <p:sp>
        <p:nvSpPr>
          <p:cNvPr id="212" name="Google Shape;212;p28"/>
          <p:cNvSpPr txBox="1"/>
          <p:nvPr/>
        </p:nvSpPr>
        <p:spPr>
          <a:xfrm>
            <a:off x="2058714" y="1094909"/>
            <a:ext cx="2974183" cy="421963"/>
          </a:xfrm>
          <a:prstGeom prst="rect">
            <a:avLst/>
          </a:prstGeom>
          <a:noFill/>
          <a:ln>
            <a:noFill/>
          </a:ln>
        </p:spPr>
        <p:txBody>
          <a:bodyPr anchorCtr="0" anchor="t" bIns="0" lIns="0" spcFirstLastPara="1" rIns="0" wrap="square" tIns="0">
            <a:spAutoFit/>
          </a:bodyPr>
          <a:lstStyle/>
          <a:p>
            <a:pPr indent="-127000" lvl="1" marL="254000" marR="0" rtl="0" algn="r">
              <a:lnSpc>
                <a:spcPct val="140016"/>
              </a:lnSpc>
              <a:spcBef>
                <a:spcPts val="0"/>
              </a:spcBef>
              <a:spcAft>
                <a:spcPts val="0"/>
              </a:spcAft>
              <a:buClr>
                <a:srgbClr val="000000"/>
              </a:buClr>
              <a:buSzPts val="1200"/>
              <a:buFont typeface="Arial"/>
              <a:buChar char="•"/>
            </a:pPr>
            <a:r>
              <a:rPr b="0" i="0" lang="ru" sz="1200" u="none" cap="none" strike="noStrike">
                <a:solidFill>
                  <a:srgbClr val="000000"/>
                </a:solidFill>
                <a:latin typeface="Poppins"/>
                <a:ea typeface="Poppins"/>
                <a:cs typeface="Poppins"/>
                <a:sym typeface="Poppins"/>
              </a:rPr>
              <a:t>It aligns with my interest in web development.</a:t>
            </a:r>
            <a:endParaRPr sz="700"/>
          </a:p>
        </p:txBody>
      </p:sp>
      <p:sp>
        <p:nvSpPr>
          <p:cNvPr id="213" name="Google Shape;213;p28"/>
          <p:cNvSpPr txBox="1"/>
          <p:nvPr/>
        </p:nvSpPr>
        <p:spPr>
          <a:xfrm>
            <a:off x="1796833" y="2182095"/>
            <a:ext cx="2974183" cy="632326"/>
          </a:xfrm>
          <a:prstGeom prst="rect">
            <a:avLst/>
          </a:prstGeom>
          <a:noFill/>
          <a:ln>
            <a:noFill/>
          </a:ln>
        </p:spPr>
        <p:txBody>
          <a:bodyPr anchorCtr="0" anchor="t" bIns="0" lIns="0" spcFirstLastPara="1" rIns="0" wrap="square" tIns="0">
            <a:spAutoFit/>
          </a:bodyPr>
          <a:lstStyle/>
          <a:p>
            <a:pPr indent="0" lvl="0" marL="0" marR="0" rtl="0" algn="r">
              <a:lnSpc>
                <a:spcPct val="140016"/>
              </a:lnSpc>
              <a:spcBef>
                <a:spcPts val="0"/>
              </a:spcBef>
              <a:spcAft>
                <a:spcPts val="0"/>
              </a:spcAft>
              <a:buNone/>
            </a:pPr>
            <a:r>
              <a:rPr b="0" i="0" lang="ru" sz="1200" u="none" cap="none" strike="noStrike">
                <a:solidFill>
                  <a:srgbClr val="000000"/>
                </a:solidFill>
                <a:latin typeface="Poppins"/>
                <a:ea typeface="Poppins"/>
                <a:cs typeface="Poppins"/>
                <a:sym typeface="Poppins"/>
              </a:rPr>
              <a:t>• It includes HTML, CSS, and JavaScript.</a:t>
            </a:r>
            <a:endParaRPr sz="700"/>
          </a:p>
          <a:p>
            <a:pPr indent="0" lvl="0" marL="0" marR="0" rtl="0" algn="r">
              <a:lnSpc>
                <a:spcPct val="140016"/>
              </a:lnSpc>
              <a:spcBef>
                <a:spcPts val="0"/>
              </a:spcBef>
              <a:spcAft>
                <a:spcPts val="0"/>
              </a:spcAft>
              <a:buNone/>
            </a:pPr>
            <a:r>
              <a:rPr b="0" i="0" lang="ru" sz="1200" u="none" cap="none" strike="noStrike">
                <a:solidFill>
                  <a:srgbClr val="000000"/>
                </a:solidFill>
                <a:latin typeface="Poppins"/>
                <a:ea typeface="Poppins"/>
                <a:cs typeface="Poppins"/>
                <a:sym typeface="Poppins"/>
              </a:rPr>
              <a:t> These three technologies form the foundation of web development.</a:t>
            </a:r>
            <a:endParaRPr sz="700"/>
          </a:p>
        </p:txBody>
      </p:sp>
      <p:sp>
        <p:nvSpPr>
          <p:cNvPr id="214" name="Google Shape;214;p28"/>
          <p:cNvSpPr txBox="1"/>
          <p:nvPr/>
        </p:nvSpPr>
        <p:spPr>
          <a:xfrm>
            <a:off x="1797969" y="3591729"/>
            <a:ext cx="2974183" cy="421963"/>
          </a:xfrm>
          <a:prstGeom prst="rect">
            <a:avLst/>
          </a:prstGeom>
          <a:noFill/>
          <a:ln>
            <a:noFill/>
          </a:ln>
        </p:spPr>
        <p:txBody>
          <a:bodyPr anchorCtr="0" anchor="t" bIns="0" lIns="0" spcFirstLastPara="1" rIns="0" wrap="square" tIns="0">
            <a:spAutoFit/>
          </a:bodyPr>
          <a:lstStyle/>
          <a:p>
            <a:pPr indent="-127000" lvl="1" marL="254000" marR="0" rtl="0" algn="r">
              <a:lnSpc>
                <a:spcPct val="140016"/>
              </a:lnSpc>
              <a:spcBef>
                <a:spcPts val="0"/>
              </a:spcBef>
              <a:spcAft>
                <a:spcPts val="0"/>
              </a:spcAft>
              <a:buClr>
                <a:srgbClr val="000000"/>
              </a:buClr>
              <a:buSzPts val="1200"/>
              <a:buFont typeface="Arial"/>
              <a:buChar char="•"/>
            </a:pPr>
            <a:r>
              <a:rPr b="0" i="0" lang="ru" sz="1200" u="none" cap="none" strike="noStrike">
                <a:solidFill>
                  <a:srgbClr val="000000"/>
                </a:solidFill>
                <a:latin typeface="Poppins"/>
                <a:ea typeface="Poppins"/>
                <a:cs typeface="Poppins"/>
                <a:sym typeface="Poppins"/>
              </a:rPr>
              <a:t>It teaches both theory and hands-on programming.</a:t>
            </a:r>
            <a:endParaRPr sz="7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9"/>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grpSp>
        <p:nvGrpSpPr>
          <p:cNvPr id="220" name="Google Shape;220;p29"/>
          <p:cNvGrpSpPr/>
          <p:nvPr/>
        </p:nvGrpSpPr>
        <p:grpSpPr>
          <a:xfrm>
            <a:off x="-128587" y="2160712"/>
            <a:ext cx="9401175" cy="1093713"/>
            <a:chOff x="0" y="-47625"/>
            <a:chExt cx="4952059" cy="576112"/>
          </a:xfrm>
        </p:grpSpPr>
        <p:sp>
          <p:nvSpPr>
            <p:cNvPr id="221" name="Google Shape;221;p29"/>
            <p:cNvSpPr/>
            <p:nvPr/>
          </p:nvSpPr>
          <p:spPr>
            <a:xfrm>
              <a:off x="0" y="0"/>
              <a:ext cx="4952059" cy="528487"/>
            </a:xfrm>
            <a:custGeom>
              <a:rect b="b" l="l" r="r" t="t"/>
              <a:pathLst>
                <a:path extrusionOk="0" h="528487" w="4952059">
                  <a:moveTo>
                    <a:pt x="20999" y="0"/>
                  </a:moveTo>
                  <a:lnTo>
                    <a:pt x="4931060" y="0"/>
                  </a:lnTo>
                  <a:cubicBezTo>
                    <a:pt x="4936629" y="0"/>
                    <a:pt x="4941970" y="2212"/>
                    <a:pt x="4945909" y="6151"/>
                  </a:cubicBezTo>
                  <a:cubicBezTo>
                    <a:pt x="4949847" y="10089"/>
                    <a:pt x="4952059" y="15430"/>
                    <a:pt x="4952059" y="20999"/>
                  </a:cubicBezTo>
                  <a:lnTo>
                    <a:pt x="4952059" y="507488"/>
                  </a:lnTo>
                  <a:cubicBezTo>
                    <a:pt x="4952059" y="519086"/>
                    <a:pt x="4942658" y="528487"/>
                    <a:pt x="4931060" y="528487"/>
                  </a:cubicBezTo>
                  <a:lnTo>
                    <a:pt x="20999" y="528487"/>
                  </a:lnTo>
                  <a:cubicBezTo>
                    <a:pt x="15430" y="528487"/>
                    <a:pt x="10089" y="526275"/>
                    <a:pt x="6151" y="522337"/>
                  </a:cubicBezTo>
                  <a:cubicBezTo>
                    <a:pt x="2212" y="518399"/>
                    <a:pt x="0" y="513057"/>
                    <a:pt x="0" y="507488"/>
                  </a:cubicBezTo>
                  <a:lnTo>
                    <a:pt x="0" y="20999"/>
                  </a:lnTo>
                  <a:cubicBezTo>
                    <a:pt x="0" y="15430"/>
                    <a:pt x="2212" y="10089"/>
                    <a:pt x="6151" y="6151"/>
                  </a:cubicBezTo>
                  <a:cubicBezTo>
                    <a:pt x="10089" y="2212"/>
                    <a:pt x="15430" y="0"/>
                    <a:pt x="20999" y="0"/>
                  </a:cubicBezTo>
                  <a:close/>
                </a:path>
              </a:pathLst>
            </a:custGeom>
            <a:solidFill>
              <a:srgbClr val="004AA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22" name="Google Shape;222;p29"/>
            <p:cNvSpPr txBox="1"/>
            <p:nvPr/>
          </p:nvSpPr>
          <p:spPr>
            <a:xfrm>
              <a:off x="0" y="-47625"/>
              <a:ext cx="4952059" cy="576112"/>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23" name="Google Shape;223;p29"/>
          <p:cNvSpPr txBox="1"/>
          <p:nvPr/>
        </p:nvSpPr>
        <p:spPr>
          <a:xfrm>
            <a:off x="3104054" y="604838"/>
            <a:ext cx="2935893" cy="312149"/>
          </a:xfrm>
          <a:prstGeom prst="rect">
            <a:avLst/>
          </a:prstGeom>
          <a:noFill/>
          <a:ln>
            <a:noFill/>
          </a:ln>
        </p:spPr>
        <p:txBody>
          <a:bodyPr anchorCtr="0" anchor="t" bIns="0" lIns="0" spcFirstLastPara="1" rIns="0" wrap="square" tIns="0">
            <a:spAutoFit/>
          </a:bodyPr>
          <a:lstStyle/>
          <a:p>
            <a:pPr indent="0" lvl="0" marL="0" marR="0" rtl="0" algn="ctr">
              <a:lnSpc>
                <a:spcPct val="139983"/>
              </a:lnSpc>
              <a:spcBef>
                <a:spcPts val="0"/>
              </a:spcBef>
              <a:spcAft>
                <a:spcPts val="0"/>
              </a:spcAft>
              <a:buNone/>
            </a:pPr>
            <a:r>
              <a:rPr b="0" i="0" lang="ru" sz="1800" u="none" cap="none" strike="noStrike">
                <a:solidFill>
                  <a:srgbClr val="303642"/>
                </a:solidFill>
                <a:latin typeface="Roboto"/>
                <a:ea typeface="Roboto"/>
                <a:cs typeface="Roboto"/>
                <a:sym typeface="Roboto"/>
              </a:rPr>
              <a:t>COURSE DURATION</a:t>
            </a:r>
            <a:endParaRPr sz="700"/>
          </a:p>
        </p:txBody>
      </p:sp>
      <p:sp>
        <p:nvSpPr>
          <p:cNvPr id="224" name="Google Shape;224;p29"/>
          <p:cNvSpPr txBox="1"/>
          <p:nvPr/>
        </p:nvSpPr>
        <p:spPr>
          <a:xfrm>
            <a:off x="1950491" y="993514"/>
            <a:ext cx="5311633" cy="786197"/>
          </a:xfrm>
          <a:prstGeom prst="rect">
            <a:avLst/>
          </a:prstGeom>
          <a:noFill/>
          <a:ln>
            <a:noFill/>
          </a:ln>
        </p:spPr>
        <p:txBody>
          <a:bodyPr anchorCtr="0" anchor="t" bIns="0" lIns="0" spcFirstLastPara="1" rIns="0" wrap="square" tIns="0">
            <a:spAutoFit/>
          </a:bodyPr>
          <a:lstStyle/>
          <a:p>
            <a:pPr indent="0" lvl="0" marL="0" marR="0" rtl="0" algn="ctr">
              <a:lnSpc>
                <a:spcPct val="140018"/>
              </a:lnSpc>
              <a:spcBef>
                <a:spcPts val="0"/>
              </a:spcBef>
              <a:spcAft>
                <a:spcPts val="0"/>
              </a:spcAft>
              <a:buNone/>
            </a:pPr>
            <a:r>
              <a:rPr b="0" i="0" lang="ru" sz="1100" u="none" cap="none" strike="noStrike">
                <a:solidFill>
                  <a:srgbClr val="303642"/>
                </a:solidFill>
                <a:latin typeface="Poppins"/>
                <a:ea typeface="Poppins"/>
                <a:cs typeface="Poppins"/>
                <a:sym typeface="Poppins"/>
              </a:rPr>
              <a:t>The total study time for this certification was approximately </a:t>
            </a:r>
            <a:r>
              <a:rPr b="1" i="0" lang="ru" sz="1100" u="none" cap="none" strike="noStrike">
                <a:solidFill>
                  <a:srgbClr val="303642"/>
                </a:solidFill>
                <a:latin typeface="Poppins"/>
                <a:ea typeface="Poppins"/>
                <a:cs typeface="Poppins"/>
                <a:sym typeface="Poppins"/>
              </a:rPr>
              <a:t>30–35 hours.</a:t>
            </a:r>
            <a:endParaRPr sz="700"/>
          </a:p>
          <a:p>
            <a:pPr indent="0" lvl="0" marL="0" marR="0" rtl="0" algn="ctr">
              <a:lnSpc>
                <a:spcPct val="140018"/>
              </a:lnSpc>
              <a:spcBef>
                <a:spcPts val="0"/>
              </a:spcBef>
              <a:spcAft>
                <a:spcPts val="0"/>
              </a:spcAft>
              <a:buNone/>
            </a:pPr>
            <a:r>
              <a:rPr b="0" i="0" lang="ru" sz="1100" u="none" cap="none" strike="noStrike">
                <a:solidFill>
                  <a:srgbClr val="303642"/>
                </a:solidFill>
                <a:latin typeface="Poppins"/>
                <a:ea typeface="Poppins"/>
                <a:cs typeface="Poppins"/>
                <a:sym typeface="Poppins"/>
              </a:rPr>
              <a:t> The duration fully fits the current semester requirement for course length.</a:t>
            </a:r>
            <a:endParaRPr sz="700"/>
          </a:p>
          <a:p>
            <a:pPr indent="0" lvl="0" marL="0" marR="0" rtl="0" algn="ctr">
              <a:lnSpc>
                <a:spcPct val="140018"/>
              </a:lnSpc>
              <a:spcBef>
                <a:spcPts val="0"/>
              </a:spcBef>
              <a:spcAft>
                <a:spcPts val="0"/>
              </a:spcAft>
              <a:buNone/>
            </a:pPr>
            <a:r>
              <a:rPr b="0" i="0" lang="ru" sz="1100" u="none" cap="none" strike="noStrike">
                <a:solidFill>
                  <a:srgbClr val="303642"/>
                </a:solidFill>
                <a:latin typeface="Poppins"/>
                <a:ea typeface="Poppins"/>
                <a:cs typeface="Poppins"/>
                <a:sym typeface="Poppins"/>
              </a:rPr>
              <a:t> The program includes</a:t>
            </a:r>
            <a:r>
              <a:rPr b="1" i="0" lang="ru" sz="1100" u="none" cap="none" strike="noStrike">
                <a:solidFill>
                  <a:srgbClr val="303642"/>
                </a:solidFill>
                <a:latin typeface="Poppins"/>
                <a:ea typeface="Poppins"/>
                <a:cs typeface="Poppins"/>
                <a:sym typeface="Poppins"/>
              </a:rPr>
              <a:t> 4 complete modules, along with quizzes</a:t>
            </a:r>
            <a:r>
              <a:rPr b="0" i="0" lang="ru" sz="1100" u="none" cap="none" strike="noStrike">
                <a:solidFill>
                  <a:srgbClr val="303642"/>
                </a:solidFill>
                <a:latin typeface="Poppins"/>
                <a:ea typeface="Poppins"/>
                <a:cs typeface="Poppins"/>
                <a:sym typeface="Poppins"/>
              </a:rPr>
              <a:t>, coding exercises, and a final project, ensuring a deep understanding of each topic.</a:t>
            </a:r>
            <a:endParaRPr sz="700"/>
          </a:p>
        </p:txBody>
      </p:sp>
      <p:sp>
        <p:nvSpPr>
          <p:cNvPr id="225" name="Google Shape;225;p29"/>
          <p:cNvSpPr txBox="1"/>
          <p:nvPr/>
        </p:nvSpPr>
        <p:spPr>
          <a:xfrm>
            <a:off x="779838" y="2305349"/>
            <a:ext cx="7295113" cy="480415"/>
          </a:xfrm>
          <a:prstGeom prst="rect">
            <a:avLst/>
          </a:prstGeom>
          <a:noFill/>
          <a:ln>
            <a:noFill/>
          </a:ln>
        </p:spPr>
        <p:txBody>
          <a:bodyPr anchorCtr="0" anchor="t" bIns="0" lIns="0" spcFirstLastPara="1" rIns="0" wrap="square" tIns="0">
            <a:spAutoFit/>
          </a:bodyPr>
          <a:lstStyle/>
          <a:p>
            <a:pPr indent="0" lvl="0" marL="0" marR="0" rtl="0" algn="ctr">
              <a:lnSpc>
                <a:spcPct val="139985"/>
              </a:lnSpc>
              <a:spcBef>
                <a:spcPts val="0"/>
              </a:spcBef>
              <a:spcAft>
                <a:spcPts val="0"/>
              </a:spcAft>
              <a:buNone/>
            </a:pPr>
            <a:r>
              <a:rPr b="1" i="0" lang="ru" sz="2800" u="none" cap="none" strike="noStrike">
                <a:solidFill>
                  <a:srgbClr val="FFFFFF"/>
                </a:solidFill>
                <a:latin typeface="League Spartan"/>
                <a:ea typeface="League Spartan"/>
                <a:cs typeface="League Spartan"/>
                <a:sym typeface="League Spartan"/>
              </a:rPr>
              <a:t>COURSE STRUCTURE </a:t>
            </a:r>
            <a:endParaRPr sz="700"/>
          </a:p>
        </p:txBody>
      </p:sp>
      <p:sp>
        <p:nvSpPr>
          <p:cNvPr id="226" name="Google Shape;226;p29"/>
          <p:cNvSpPr txBox="1"/>
          <p:nvPr/>
        </p:nvSpPr>
        <p:spPr>
          <a:xfrm>
            <a:off x="241332" y="3590994"/>
            <a:ext cx="1709160" cy="786301"/>
          </a:xfrm>
          <a:prstGeom prst="rect">
            <a:avLst/>
          </a:prstGeom>
          <a:noFill/>
          <a:ln>
            <a:noFill/>
          </a:ln>
        </p:spPr>
        <p:txBody>
          <a:bodyPr anchorCtr="0" anchor="t" bIns="0" lIns="0" spcFirstLastPara="1" rIns="0" wrap="square" tIns="0">
            <a:spAutoFit/>
          </a:bodyPr>
          <a:lstStyle/>
          <a:p>
            <a:pPr indent="0" lvl="0" marL="0" marR="0" rtl="0" algn="ctr">
              <a:lnSpc>
                <a:spcPct val="140018"/>
              </a:lnSpc>
              <a:spcBef>
                <a:spcPts val="0"/>
              </a:spcBef>
              <a:spcAft>
                <a:spcPts val="0"/>
              </a:spcAft>
              <a:buNone/>
            </a:pPr>
            <a:r>
              <a:rPr b="0" i="0" lang="ru" sz="1100" u="none" cap="none" strike="noStrike">
                <a:solidFill>
                  <a:srgbClr val="303642"/>
                </a:solidFill>
                <a:latin typeface="Poppins"/>
                <a:ea typeface="Poppins"/>
                <a:cs typeface="Poppins"/>
                <a:sym typeface="Poppins"/>
              </a:rPr>
              <a:t>HTML &amp; CSS Basics — building webpage structure and styling.</a:t>
            </a:r>
            <a:endParaRPr sz="700"/>
          </a:p>
          <a:p>
            <a:pPr indent="0" lvl="0" marL="0" marR="0" rtl="0" algn="ctr">
              <a:lnSpc>
                <a:spcPct val="140018"/>
              </a:lnSpc>
              <a:spcBef>
                <a:spcPts val="0"/>
              </a:spcBef>
              <a:spcAft>
                <a:spcPts val="0"/>
              </a:spcAft>
              <a:buNone/>
            </a:pPr>
            <a:r>
              <a:t/>
            </a:r>
            <a:endParaRPr b="0" i="0" sz="1100" u="none" cap="none" strike="noStrike">
              <a:solidFill>
                <a:srgbClr val="303642"/>
              </a:solidFill>
              <a:latin typeface="Poppins"/>
              <a:ea typeface="Poppins"/>
              <a:cs typeface="Poppins"/>
              <a:sym typeface="Poppins"/>
            </a:endParaRPr>
          </a:p>
        </p:txBody>
      </p:sp>
      <p:sp>
        <p:nvSpPr>
          <p:cNvPr id="227" name="Google Shape;227;p29"/>
          <p:cNvSpPr txBox="1"/>
          <p:nvPr/>
        </p:nvSpPr>
        <p:spPr>
          <a:xfrm>
            <a:off x="2370502" y="3590994"/>
            <a:ext cx="1968607" cy="981590"/>
          </a:xfrm>
          <a:prstGeom prst="rect">
            <a:avLst/>
          </a:prstGeom>
          <a:noFill/>
          <a:ln>
            <a:noFill/>
          </a:ln>
        </p:spPr>
        <p:txBody>
          <a:bodyPr anchorCtr="0" anchor="t" bIns="0" lIns="0" spcFirstLastPara="1" rIns="0" wrap="square" tIns="0">
            <a:spAutoFit/>
          </a:bodyPr>
          <a:lstStyle/>
          <a:p>
            <a:pPr indent="0" lvl="0" marL="0" marR="0" rtl="0" algn="ctr">
              <a:lnSpc>
                <a:spcPct val="140018"/>
              </a:lnSpc>
              <a:spcBef>
                <a:spcPts val="0"/>
              </a:spcBef>
              <a:spcAft>
                <a:spcPts val="0"/>
              </a:spcAft>
              <a:buNone/>
            </a:pPr>
            <a:r>
              <a:rPr b="0" i="0" lang="ru" sz="1100" u="none" cap="none" strike="noStrike">
                <a:solidFill>
                  <a:srgbClr val="303642"/>
                </a:solidFill>
                <a:latin typeface="Poppins"/>
                <a:ea typeface="Poppins"/>
                <a:cs typeface="Poppins"/>
                <a:sym typeface="Poppins"/>
              </a:rPr>
              <a:t>Computational Thinking + JavaScript — learning programming logic and image processing.</a:t>
            </a:r>
            <a:endParaRPr sz="700"/>
          </a:p>
          <a:p>
            <a:pPr indent="0" lvl="0" marL="0" marR="0" rtl="0" algn="ctr">
              <a:lnSpc>
                <a:spcPct val="140018"/>
              </a:lnSpc>
              <a:spcBef>
                <a:spcPts val="0"/>
              </a:spcBef>
              <a:spcAft>
                <a:spcPts val="0"/>
              </a:spcAft>
              <a:buNone/>
            </a:pPr>
            <a:r>
              <a:t/>
            </a:r>
            <a:endParaRPr b="0" i="0" sz="1100" u="none" cap="none" strike="noStrike">
              <a:solidFill>
                <a:srgbClr val="303642"/>
              </a:solidFill>
              <a:latin typeface="Poppins"/>
              <a:ea typeface="Poppins"/>
              <a:cs typeface="Poppins"/>
              <a:sym typeface="Poppins"/>
            </a:endParaRPr>
          </a:p>
        </p:txBody>
      </p:sp>
      <p:sp>
        <p:nvSpPr>
          <p:cNvPr id="228" name="Google Shape;228;p29"/>
          <p:cNvSpPr txBox="1"/>
          <p:nvPr/>
        </p:nvSpPr>
        <p:spPr>
          <a:xfrm>
            <a:off x="4572000" y="3590994"/>
            <a:ext cx="1600043" cy="981590"/>
          </a:xfrm>
          <a:prstGeom prst="rect">
            <a:avLst/>
          </a:prstGeom>
          <a:noFill/>
          <a:ln>
            <a:noFill/>
          </a:ln>
        </p:spPr>
        <p:txBody>
          <a:bodyPr anchorCtr="0" anchor="t" bIns="0" lIns="0" spcFirstLastPara="1" rIns="0" wrap="square" tIns="0">
            <a:spAutoFit/>
          </a:bodyPr>
          <a:lstStyle/>
          <a:p>
            <a:pPr indent="0" lvl="0" marL="0" marR="0" rtl="0" algn="ctr">
              <a:lnSpc>
                <a:spcPct val="140018"/>
              </a:lnSpc>
              <a:spcBef>
                <a:spcPts val="0"/>
              </a:spcBef>
              <a:spcAft>
                <a:spcPts val="0"/>
              </a:spcAft>
              <a:buNone/>
            </a:pPr>
            <a:r>
              <a:rPr b="0" i="0" lang="ru" sz="1100" u="none" cap="none" strike="noStrike">
                <a:solidFill>
                  <a:srgbClr val="303642"/>
                </a:solidFill>
                <a:latin typeface="Poppins"/>
                <a:ea typeface="Poppins"/>
                <a:cs typeface="Poppins"/>
                <a:sym typeface="Poppins"/>
              </a:rPr>
              <a:t>Event-Driven Web Programming — creating interactive webpages using user actions and events</a:t>
            </a:r>
            <a:endParaRPr sz="700"/>
          </a:p>
        </p:txBody>
      </p:sp>
      <p:sp>
        <p:nvSpPr>
          <p:cNvPr id="229" name="Google Shape;229;p29"/>
          <p:cNvSpPr txBox="1"/>
          <p:nvPr/>
        </p:nvSpPr>
        <p:spPr>
          <a:xfrm>
            <a:off x="627385" y="2866727"/>
            <a:ext cx="7889230" cy="199390"/>
          </a:xfrm>
          <a:prstGeom prst="rect">
            <a:avLst/>
          </a:prstGeom>
          <a:noFill/>
          <a:ln>
            <a:noFill/>
          </a:ln>
        </p:spPr>
        <p:txBody>
          <a:bodyPr anchorCtr="0" anchor="t" bIns="0" lIns="0" spcFirstLastPara="1" rIns="0" wrap="square" tIns="0">
            <a:spAutoFit/>
          </a:bodyPr>
          <a:lstStyle/>
          <a:p>
            <a:pPr indent="0" lvl="0" marL="0" marR="0" rtl="0" algn="ctr">
              <a:lnSpc>
                <a:spcPct val="140017"/>
              </a:lnSpc>
              <a:spcBef>
                <a:spcPts val="0"/>
              </a:spcBef>
              <a:spcAft>
                <a:spcPts val="0"/>
              </a:spcAft>
              <a:buNone/>
            </a:pPr>
            <a:r>
              <a:rPr b="0" i="0" lang="ru" sz="1100" u="none" cap="none" strike="noStrike">
                <a:solidFill>
                  <a:srgbClr val="FFFFFF"/>
                </a:solidFill>
                <a:latin typeface="Archivo Black"/>
                <a:ea typeface="Archivo Black"/>
                <a:cs typeface="Archivo Black"/>
                <a:sym typeface="Archivo Black"/>
              </a:rPr>
              <a:t>This certification consists of 4 main modules, each focusing on a key aspect of web programming:</a:t>
            </a:r>
            <a:endParaRPr sz="700"/>
          </a:p>
        </p:txBody>
      </p:sp>
      <p:sp>
        <p:nvSpPr>
          <p:cNvPr id="230" name="Google Shape;230;p29"/>
          <p:cNvSpPr txBox="1"/>
          <p:nvPr/>
        </p:nvSpPr>
        <p:spPr>
          <a:xfrm>
            <a:off x="6794814" y="3590994"/>
            <a:ext cx="1954864" cy="981590"/>
          </a:xfrm>
          <a:prstGeom prst="rect">
            <a:avLst/>
          </a:prstGeom>
          <a:noFill/>
          <a:ln>
            <a:noFill/>
          </a:ln>
        </p:spPr>
        <p:txBody>
          <a:bodyPr anchorCtr="0" anchor="t" bIns="0" lIns="0" spcFirstLastPara="1" rIns="0" wrap="square" tIns="0">
            <a:spAutoFit/>
          </a:bodyPr>
          <a:lstStyle/>
          <a:p>
            <a:pPr indent="0" lvl="0" marL="0" marR="0" rtl="0" algn="ctr">
              <a:lnSpc>
                <a:spcPct val="140018"/>
              </a:lnSpc>
              <a:spcBef>
                <a:spcPts val="0"/>
              </a:spcBef>
              <a:spcAft>
                <a:spcPts val="0"/>
              </a:spcAft>
              <a:buNone/>
            </a:pPr>
            <a:r>
              <a:rPr b="0" i="0" lang="ru" sz="1100" u="none" cap="none" strike="noStrike">
                <a:solidFill>
                  <a:srgbClr val="303642"/>
                </a:solidFill>
                <a:latin typeface="Poppins"/>
                <a:ea typeface="Poppins"/>
                <a:cs typeface="Poppins"/>
                <a:sym typeface="Poppins"/>
              </a:rPr>
              <a:t>Final Mini Web Project — building an image-filtering website using HTML, CSS, and JavaScript.</a:t>
            </a:r>
            <a:endParaRPr sz="700"/>
          </a:p>
          <a:p>
            <a:pPr indent="0" lvl="0" marL="0" marR="0" rtl="0" algn="ctr">
              <a:lnSpc>
                <a:spcPct val="140018"/>
              </a:lnSpc>
              <a:spcBef>
                <a:spcPts val="0"/>
              </a:spcBef>
              <a:spcAft>
                <a:spcPts val="0"/>
              </a:spcAft>
              <a:buNone/>
            </a:pPr>
            <a:r>
              <a:t/>
            </a:r>
            <a:endParaRPr b="0" i="0" sz="1100" u="none" cap="none" strike="noStrike">
              <a:solidFill>
                <a:srgbClr val="303642"/>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0"/>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grpSp>
        <p:nvGrpSpPr>
          <p:cNvPr id="236" name="Google Shape;236;p30"/>
          <p:cNvGrpSpPr/>
          <p:nvPr/>
        </p:nvGrpSpPr>
        <p:grpSpPr>
          <a:xfrm>
            <a:off x="514350" y="4408563"/>
            <a:ext cx="1257300" cy="220587"/>
            <a:chOff x="0" y="-47625"/>
            <a:chExt cx="662281" cy="116195"/>
          </a:xfrm>
        </p:grpSpPr>
        <p:sp>
          <p:nvSpPr>
            <p:cNvPr id="237" name="Google Shape;237;p30"/>
            <p:cNvSpPr/>
            <p:nvPr/>
          </p:nvSpPr>
          <p:spPr>
            <a:xfrm>
              <a:off x="0" y="0"/>
              <a:ext cx="662281" cy="68570"/>
            </a:xfrm>
            <a:custGeom>
              <a:rect b="b" l="l" r="r" t="t"/>
              <a:pathLst>
                <a:path extrusionOk="0" h="68570" w="662281">
                  <a:moveTo>
                    <a:pt x="0" y="0"/>
                  </a:moveTo>
                  <a:lnTo>
                    <a:pt x="662281" y="0"/>
                  </a:lnTo>
                  <a:lnTo>
                    <a:pt x="662281" y="68570"/>
                  </a:lnTo>
                  <a:lnTo>
                    <a:pt x="0" y="68570"/>
                  </a:lnTo>
                  <a:close/>
                </a:path>
              </a:pathLst>
            </a:custGeom>
            <a:solidFill>
              <a:srgbClr val="004AAD"/>
            </a:solidFill>
            <a:ln>
              <a:noFill/>
            </a:ln>
          </p:spPr>
        </p:sp>
        <p:sp>
          <p:nvSpPr>
            <p:cNvPr id="238" name="Google Shape;238;p30"/>
            <p:cNvSpPr txBox="1"/>
            <p:nvPr/>
          </p:nvSpPr>
          <p:spPr>
            <a:xfrm>
              <a:off x="0" y="-47625"/>
              <a:ext cx="662281" cy="116195"/>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39" name="Google Shape;239;p30"/>
          <p:cNvSpPr txBox="1"/>
          <p:nvPr/>
        </p:nvSpPr>
        <p:spPr>
          <a:xfrm>
            <a:off x="514350" y="926403"/>
            <a:ext cx="2421043" cy="448927"/>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None/>
            </a:pPr>
            <a:r>
              <a:rPr b="1" i="0" lang="ru" sz="2600" u="none" cap="none" strike="noStrike">
                <a:solidFill>
                  <a:srgbClr val="000000"/>
                </a:solidFill>
                <a:latin typeface="Roboto"/>
                <a:ea typeface="Roboto"/>
                <a:cs typeface="Roboto"/>
                <a:sym typeface="Roboto"/>
              </a:rPr>
              <a:t> MODULE 1 </a:t>
            </a:r>
            <a:endParaRPr sz="700"/>
          </a:p>
        </p:txBody>
      </p:sp>
      <p:sp>
        <p:nvSpPr>
          <p:cNvPr id="240" name="Google Shape;240;p30"/>
          <p:cNvSpPr txBox="1"/>
          <p:nvPr/>
        </p:nvSpPr>
        <p:spPr>
          <a:xfrm>
            <a:off x="851309" y="1584621"/>
            <a:ext cx="3695671" cy="2230425"/>
          </a:xfrm>
          <a:prstGeom prst="rect">
            <a:avLst/>
          </a:prstGeom>
          <a:noFill/>
          <a:ln>
            <a:noFill/>
          </a:ln>
        </p:spPr>
        <p:txBody>
          <a:bodyPr anchorCtr="0" anchor="t" bIns="0" lIns="0" spcFirstLastPara="1" rIns="0" wrap="square" tIns="0">
            <a:spAutoFit/>
          </a:bodyPr>
          <a:lstStyle/>
          <a:p>
            <a:pPr indent="0" lvl="0" marL="0" marR="0" rtl="0" algn="l">
              <a:lnSpc>
                <a:spcPct val="140047"/>
              </a:lnSpc>
              <a:spcBef>
                <a:spcPts val="0"/>
              </a:spcBef>
              <a:spcAft>
                <a:spcPts val="0"/>
              </a:spcAft>
              <a:buNone/>
            </a:pPr>
            <a:r>
              <a:rPr b="0" i="0" lang="ru" sz="1100" u="none" cap="none" strike="noStrike">
                <a:solidFill>
                  <a:srgbClr val="000000"/>
                </a:solidFill>
                <a:latin typeface="Poppins"/>
                <a:ea typeface="Poppins"/>
                <a:cs typeface="Poppins"/>
                <a:sym typeface="Poppins"/>
              </a:rPr>
              <a:t> HTML &amp; CSS — Build Your First Web Page</a:t>
            </a:r>
            <a:endParaRPr sz="700"/>
          </a:p>
          <a:p>
            <a:pPr indent="0" lvl="0" marL="0" marR="0" rtl="0" algn="l">
              <a:lnSpc>
                <a:spcPct val="140047"/>
              </a:lnSpc>
              <a:spcBef>
                <a:spcPts val="0"/>
              </a:spcBef>
              <a:spcAft>
                <a:spcPts val="0"/>
              </a:spcAft>
              <a:buNone/>
            </a:pPr>
            <a:r>
              <a:rPr b="0" i="0" lang="ru" sz="1100" u="none" cap="none" strike="noStrike">
                <a:solidFill>
                  <a:srgbClr val="000000"/>
                </a:solidFill>
                <a:latin typeface="Poppins"/>
                <a:ea typeface="Poppins"/>
                <a:cs typeface="Poppins"/>
                <a:sym typeface="Poppins"/>
              </a:rPr>
              <a:t>This module introduces the foundational concepts of web development.</a:t>
            </a:r>
            <a:endParaRPr sz="700"/>
          </a:p>
          <a:p>
            <a:pPr indent="0" lvl="0" marL="0" marR="0" rtl="0" algn="l">
              <a:lnSpc>
                <a:spcPct val="140047"/>
              </a:lnSpc>
              <a:spcBef>
                <a:spcPts val="0"/>
              </a:spcBef>
              <a:spcAft>
                <a:spcPts val="0"/>
              </a:spcAft>
              <a:buNone/>
            </a:pPr>
            <a:r>
              <a:rPr b="0" i="0" lang="ru" sz="1100" u="none" cap="none" strike="noStrike">
                <a:solidFill>
                  <a:srgbClr val="000000"/>
                </a:solidFill>
                <a:latin typeface="Poppins"/>
                <a:ea typeface="Poppins"/>
                <a:cs typeface="Poppins"/>
                <a:sym typeface="Poppins"/>
              </a:rPr>
              <a:t> Its main goals include:</a:t>
            </a:r>
            <a:endParaRPr sz="700"/>
          </a:p>
          <a:p>
            <a:pPr indent="-120650" lvl="1" marL="228600" marR="0" rtl="0" algn="l">
              <a:lnSpc>
                <a:spcPct val="140047"/>
              </a:lnSpc>
              <a:spcBef>
                <a:spcPts val="0"/>
              </a:spcBef>
              <a:spcAft>
                <a:spcPts val="0"/>
              </a:spcAft>
              <a:buClr>
                <a:srgbClr val="000000"/>
              </a:buClr>
              <a:buSzPts val="1100"/>
              <a:buFont typeface="Arial"/>
              <a:buChar char="•"/>
            </a:pPr>
            <a:r>
              <a:rPr b="0" i="0" lang="ru" sz="1100" u="none" cap="none" strike="noStrike">
                <a:solidFill>
                  <a:srgbClr val="000000"/>
                </a:solidFill>
                <a:latin typeface="Poppins"/>
                <a:ea typeface="Poppins"/>
                <a:cs typeface="Poppins"/>
                <a:sym typeface="Poppins"/>
              </a:rPr>
              <a:t>Understanding the basic structure and purpose of HTML</a:t>
            </a:r>
            <a:endParaRPr sz="700"/>
          </a:p>
          <a:p>
            <a:pPr indent="-120650" lvl="1" marL="228600" marR="0" rtl="0" algn="l">
              <a:lnSpc>
                <a:spcPct val="140047"/>
              </a:lnSpc>
              <a:spcBef>
                <a:spcPts val="0"/>
              </a:spcBef>
              <a:spcAft>
                <a:spcPts val="0"/>
              </a:spcAft>
              <a:buClr>
                <a:srgbClr val="000000"/>
              </a:buClr>
              <a:buSzPts val="1100"/>
              <a:buFont typeface="Arial"/>
              <a:buChar char="•"/>
            </a:pPr>
            <a:r>
              <a:rPr b="0" i="0" lang="ru" sz="1100" u="none" cap="none" strike="noStrike">
                <a:solidFill>
                  <a:srgbClr val="000000"/>
                </a:solidFill>
                <a:latin typeface="Poppins"/>
                <a:ea typeface="Poppins"/>
                <a:cs typeface="Poppins"/>
                <a:sym typeface="Poppins"/>
              </a:rPr>
              <a:t>Learning how to apply styles using CSS</a:t>
            </a:r>
            <a:endParaRPr sz="700"/>
          </a:p>
          <a:p>
            <a:pPr indent="-120650" lvl="1" marL="228600" marR="0" rtl="0" algn="l">
              <a:lnSpc>
                <a:spcPct val="140047"/>
              </a:lnSpc>
              <a:spcBef>
                <a:spcPts val="0"/>
              </a:spcBef>
              <a:spcAft>
                <a:spcPts val="0"/>
              </a:spcAft>
              <a:buClr>
                <a:srgbClr val="000000"/>
              </a:buClr>
              <a:buSzPts val="1100"/>
              <a:buFont typeface="Arial"/>
              <a:buChar char="•"/>
            </a:pPr>
            <a:r>
              <a:rPr b="0" i="0" lang="ru" sz="1100" u="none" cap="none" strike="noStrike">
                <a:solidFill>
                  <a:srgbClr val="000000"/>
                </a:solidFill>
                <a:latin typeface="Poppins"/>
                <a:ea typeface="Poppins"/>
                <a:cs typeface="Poppins"/>
                <a:sym typeface="Poppins"/>
              </a:rPr>
              <a:t>Adding essential elements such as text, images, lists, and tables</a:t>
            </a:r>
            <a:endParaRPr sz="700"/>
          </a:p>
          <a:p>
            <a:pPr indent="-120650" lvl="1" marL="228600" marR="0" rtl="0" algn="l">
              <a:lnSpc>
                <a:spcPct val="140047"/>
              </a:lnSpc>
              <a:spcBef>
                <a:spcPts val="0"/>
              </a:spcBef>
              <a:spcAft>
                <a:spcPts val="0"/>
              </a:spcAft>
              <a:buClr>
                <a:srgbClr val="000000"/>
              </a:buClr>
              <a:buSzPts val="1100"/>
              <a:buFont typeface="Arial"/>
              <a:buChar char="•"/>
            </a:pPr>
            <a:r>
              <a:rPr b="0" i="0" lang="ru" sz="1100" u="none" cap="none" strike="noStrike">
                <a:solidFill>
                  <a:srgbClr val="000000"/>
                </a:solidFill>
                <a:latin typeface="Poppins"/>
                <a:ea typeface="Poppins"/>
                <a:cs typeface="Poppins"/>
                <a:sym typeface="Poppins"/>
              </a:rPr>
              <a:t>Exploring HTML metadata and sectioning elements to properly organize a webpage</a:t>
            </a:r>
            <a:endParaRPr sz="700"/>
          </a:p>
          <a:p>
            <a:pPr indent="0" lvl="0" marL="0" marR="0" rtl="0" algn="l">
              <a:lnSpc>
                <a:spcPct val="140047"/>
              </a:lnSpc>
              <a:spcBef>
                <a:spcPts val="0"/>
              </a:spcBef>
              <a:spcAft>
                <a:spcPts val="0"/>
              </a:spcAft>
              <a:buNone/>
            </a:pPr>
            <a:r>
              <a:t/>
            </a:r>
            <a:endParaRPr b="0" i="0" sz="1100" u="none" cap="none" strike="noStrike">
              <a:solidFill>
                <a:srgbClr val="000000"/>
              </a:solidFill>
              <a:latin typeface="Poppins"/>
              <a:ea typeface="Poppins"/>
              <a:cs typeface="Poppins"/>
              <a:sym typeface="Poppins"/>
            </a:endParaRPr>
          </a:p>
        </p:txBody>
      </p:sp>
      <p:sp>
        <p:nvSpPr>
          <p:cNvPr id="241" name="Google Shape;241;p30"/>
          <p:cNvSpPr txBox="1"/>
          <p:nvPr/>
        </p:nvSpPr>
        <p:spPr>
          <a:xfrm>
            <a:off x="4981866" y="926403"/>
            <a:ext cx="4101444" cy="448927"/>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None/>
            </a:pPr>
            <a:r>
              <a:rPr b="1" i="0" lang="ru" sz="2600" u="none" cap="none" strike="noStrike">
                <a:solidFill>
                  <a:srgbClr val="000000"/>
                </a:solidFill>
                <a:latin typeface="Roboto"/>
                <a:ea typeface="Roboto"/>
                <a:cs typeface="Roboto"/>
                <a:sym typeface="Roboto"/>
              </a:rPr>
              <a:t>MODULE 1 SKILLS</a:t>
            </a:r>
            <a:endParaRPr sz="700"/>
          </a:p>
        </p:txBody>
      </p:sp>
      <p:sp>
        <p:nvSpPr>
          <p:cNvPr id="242" name="Google Shape;242;p30"/>
          <p:cNvSpPr txBox="1"/>
          <p:nvPr/>
        </p:nvSpPr>
        <p:spPr>
          <a:xfrm>
            <a:off x="5238290" y="1398883"/>
            <a:ext cx="3043009" cy="2416163"/>
          </a:xfrm>
          <a:prstGeom prst="rect">
            <a:avLst/>
          </a:prstGeom>
          <a:noFill/>
          <a:ln>
            <a:noFill/>
          </a:ln>
        </p:spPr>
        <p:txBody>
          <a:bodyPr anchorCtr="0" anchor="t" bIns="0" lIns="0" spcFirstLastPara="1" rIns="0" wrap="square" tIns="0">
            <a:spAutoFit/>
          </a:bodyPr>
          <a:lstStyle/>
          <a:p>
            <a:pPr indent="0" lvl="0" marL="0" marR="0" rtl="0" algn="l">
              <a:lnSpc>
                <a:spcPct val="140047"/>
              </a:lnSpc>
              <a:spcBef>
                <a:spcPts val="0"/>
              </a:spcBef>
              <a:spcAft>
                <a:spcPts val="0"/>
              </a:spcAft>
              <a:buNone/>
            </a:pPr>
            <a:r>
              <a:rPr b="0" i="0" lang="ru" sz="1100" u="none" cap="none" strike="noStrike">
                <a:solidFill>
                  <a:srgbClr val="000000"/>
                </a:solidFill>
                <a:latin typeface="Poppins"/>
                <a:ea typeface="Poppins"/>
                <a:cs typeface="Poppins"/>
                <a:sym typeface="Poppins"/>
              </a:rPr>
              <a:t>By completing this module, I learned how to:</a:t>
            </a:r>
            <a:endParaRPr sz="700"/>
          </a:p>
          <a:p>
            <a:pPr indent="-120650" lvl="1" marL="228600" marR="0" rtl="0" algn="l">
              <a:lnSpc>
                <a:spcPct val="140047"/>
              </a:lnSpc>
              <a:spcBef>
                <a:spcPts val="0"/>
              </a:spcBef>
              <a:spcAft>
                <a:spcPts val="0"/>
              </a:spcAft>
              <a:buClr>
                <a:srgbClr val="000000"/>
              </a:buClr>
              <a:buSzPts val="1100"/>
              <a:buFont typeface="Arial"/>
              <a:buChar char="•"/>
            </a:pPr>
            <a:r>
              <a:rPr b="0" i="0" lang="ru" sz="1100" u="none" cap="none" strike="noStrike">
                <a:solidFill>
                  <a:srgbClr val="000000"/>
                </a:solidFill>
                <a:latin typeface="Poppins"/>
                <a:ea typeface="Poppins"/>
                <a:cs typeface="Poppins"/>
                <a:sym typeface="Poppins"/>
              </a:rPr>
              <a:t>Create a fully structured HTML webpage</a:t>
            </a:r>
            <a:endParaRPr sz="700"/>
          </a:p>
          <a:p>
            <a:pPr indent="-120650" lvl="1" marL="228600" marR="0" rtl="0" algn="l">
              <a:lnSpc>
                <a:spcPct val="140047"/>
              </a:lnSpc>
              <a:spcBef>
                <a:spcPts val="0"/>
              </a:spcBef>
              <a:spcAft>
                <a:spcPts val="0"/>
              </a:spcAft>
              <a:buClr>
                <a:srgbClr val="000000"/>
              </a:buClr>
              <a:buSzPts val="1100"/>
              <a:buFont typeface="Arial"/>
              <a:buChar char="•"/>
            </a:pPr>
            <a:r>
              <a:rPr b="0" i="0" lang="ru" sz="1100" u="none" cap="none" strike="noStrike">
                <a:solidFill>
                  <a:srgbClr val="000000"/>
                </a:solidFill>
                <a:latin typeface="Poppins"/>
                <a:ea typeface="Poppins"/>
                <a:cs typeface="Poppins"/>
                <a:sym typeface="Poppins"/>
              </a:rPr>
              <a:t>Add headings, paragraphs, and ordered/unordered lists</a:t>
            </a:r>
            <a:endParaRPr sz="700"/>
          </a:p>
          <a:p>
            <a:pPr indent="-120650" lvl="1" marL="228600" marR="0" rtl="0" algn="l">
              <a:lnSpc>
                <a:spcPct val="140047"/>
              </a:lnSpc>
              <a:spcBef>
                <a:spcPts val="0"/>
              </a:spcBef>
              <a:spcAft>
                <a:spcPts val="0"/>
              </a:spcAft>
              <a:buClr>
                <a:srgbClr val="000000"/>
              </a:buClr>
              <a:buSzPts val="1100"/>
              <a:buFont typeface="Arial"/>
              <a:buChar char="•"/>
            </a:pPr>
            <a:r>
              <a:rPr b="0" i="0" lang="ru" sz="1100" u="none" cap="none" strike="noStrike">
                <a:solidFill>
                  <a:srgbClr val="000000"/>
                </a:solidFill>
                <a:latin typeface="Poppins"/>
                <a:ea typeface="Poppins"/>
                <a:cs typeface="Poppins"/>
                <a:sym typeface="Poppins"/>
              </a:rPr>
              <a:t>Insert images using attributes such as alt, height, and width</a:t>
            </a:r>
            <a:endParaRPr sz="700"/>
          </a:p>
          <a:p>
            <a:pPr indent="-120650" lvl="1" marL="228600" marR="0" rtl="0" algn="l">
              <a:lnSpc>
                <a:spcPct val="140047"/>
              </a:lnSpc>
              <a:spcBef>
                <a:spcPts val="0"/>
              </a:spcBef>
              <a:spcAft>
                <a:spcPts val="0"/>
              </a:spcAft>
              <a:buClr>
                <a:srgbClr val="000000"/>
              </a:buClr>
              <a:buSzPts val="1100"/>
              <a:buFont typeface="Arial"/>
              <a:buChar char="•"/>
            </a:pPr>
            <a:r>
              <a:rPr b="0" i="0" lang="ru" sz="1100" u="none" cap="none" strike="noStrike">
                <a:solidFill>
                  <a:srgbClr val="000000"/>
                </a:solidFill>
                <a:latin typeface="Poppins"/>
                <a:ea typeface="Poppins"/>
                <a:cs typeface="Poppins"/>
                <a:sym typeface="Poppins"/>
              </a:rPr>
              <a:t>Apply CSS selectors to style different elements</a:t>
            </a:r>
            <a:endParaRPr sz="700"/>
          </a:p>
          <a:p>
            <a:pPr indent="-120650" lvl="1" marL="228600" marR="0" rtl="0" algn="l">
              <a:lnSpc>
                <a:spcPct val="140047"/>
              </a:lnSpc>
              <a:spcBef>
                <a:spcPts val="0"/>
              </a:spcBef>
              <a:spcAft>
                <a:spcPts val="0"/>
              </a:spcAft>
              <a:buClr>
                <a:srgbClr val="000000"/>
              </a:buClr>
              <a:buSzPts val="1100"/>
              <a:buFont typeface="Arial"/>
              <a:buChar char="•"/>
            </a:pPr>
            <a:r>
              <a:rPr b="0" i="0" lang="ru" sz="1100" u="none" cap="none" strike="noStrike">
                <a:solidFill>
                  <a:srgbClr val="000000"/>
                </a:solidFill>
                <a:latin typeface="Poppins"/>
                <a:ea typeface="Poppins"/>
                <a:cs typeface="Poppins"/>
                <a:sym typeface="Poppins"/>
              </a:rPr>
              <a:t>Format text using bold, italic, and other HTML tags</a:t>
            </a:r>
            <a:endParaRPr sz="700"/>
          </a:p>
          <a:p>
            <a:pPr indent="-120650" lvl="1" marL="228600" marR="0" rtl="0" algn="l">
              <a:lnSpc>
                <a:spcPct val="140047"/>
              </a:lnSpc>
              <a:spcBef>
                <a:spcPts val="0"/>
              </a:spcBef>
              <a:spcAft>
                <a:spcPts val="0"/>
              </a:spcAft>
              <a:buClr>
                <a:srgbClr val="000000"/>
              </a:buClr>
              <a:buSzPts val="1100"/>
              <a:buFont typeface="Arial"/>
              <a:buChar char="•"/>
            </a:pPr>
            <a:r>
              <a:rPr b="0" i="0" lang="ru" sz="1100" u="none" cap="none" strike="noStrike">
                <a:solidFill>
                  <a:srgbClr val="000000"/>
                </a:solidFill>
                <a:latin typeface="Poppins"/>
                <a:ea typeface="Poppins"/>
                <a:cs typeface="Poppins"/>
                <a:sym typeface="Poppins"/>
              </a:rPr>
              <a:t>Use header tags from h1 to h6 to organize content hierarchy</a:t>
            </a:r>
            <a:endParaRPr sz="700"/>
          </a:p>
          <a:p>
            <a:pPr indent="0" lvl="0" marL="0" marR="0" rtl="0" algn="l">
              <a:lnSpc>
                <a:spcPct val="140047"/>
              </a:lnSpc>
              <a:spcBef>
                <a:spcPts val="0"/>
              </a:spcBef>
              <a:spcAft>
                <a:spcPts val="0"/>
              </a:spcAft>
              <a:buNone/>
            </a:pPr>
            <a:r>
              <a:t/>
            </a:r>
            <a:endParaRPr b="0" i="0" sz="1100" u="none" cap="none" strike="noStrike">
              <a:solidFill>
                <a:srgbClr val="000000"/>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1"/>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grpSp>
        <p:nvGrpSpPr>
          <p:cNvPr id="248" name="Google Shape;248;p31"/>
          <p:cNvGrpSpPr/>
          <p:nvPr/>
        </p:nvGrpSpPr>
        <p:grpSpPr>
          <a:xfrm>
            <a:off x="5991225" y="4408563"/>
            <a:ext cx="1257300" cy="220587"/>
            <a:chOff x="0" y="-47625"/>
            <a:chExt cx="662281" cy="116195"/>
          </a:xfrm>
        </p:grpSpPr>
        <p:sp>
          <p:nvSpPr>
            <p:cNvPr id="249" name="Google Shape;249;p31"/>
            <p:cNvSpPr/>
            <p:nvPr/>
          </p:nvSpPr>
          <p:spPr>
            <a:xfrm>
              <a:off x="0" y="0"/>
              <a:ext cx="662281" cy="68570"/>
            </a:xfrm>
            <a:custGeom>
              <a:rect b="b" l="l" r="r" t="t"/>
              <a:pathLst>
                <a:path extrusionOk="0" h="68570" w="662281">
                  <a:moveTo>
                    <a:pt x="0" y="0"/>
                  </a:moveTo>
                  <a:lnTo>
                    <a:pt x="662281" y="0"/>
                  </a:lnTo>
                  <a:lnTo>
                    <a:pt x="662281" y="68570"/>
                  </a:lnTo>
                  <a:lnTo>
                    <a:pt x="0" y="68570"/>
                  </a:lnTo>
                  <a:close/>
                </a:path>
              </a:pathLst>
            </a:custGeom>
            <a:solidFill>
              <a:srgbClr val="004AAD"/>
            </a:solidFill>
            <a:ln>
              <a:noFill/>
            </a:ln>
          </p:spPr>
        </p:sp>
        <p:sp>
          <p:nvSpPr>
            <p:cNvPr id="250" name="Google Shape;250;p31"/>
            <p:cNvSpPr txBox="1"/>
            <p:nvPr/>
          </p:nvSpPr>
          <p:spPr>
            <a:xfrm>
              <a:off x="0" y="-47625"/>
              <a:ext cx="662281" cy="116195"/>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51" name="Google Shape;251;p31"/>
          <p:cNvSpPr txBox="1"/>
          <p:nvPr/>
        </p:nvSpPr>
        <p:spPr>
          <a:xfrm>
            <a:off x="3032416" y="660724"/>
            <a:ext cx="5012663" cy="3779190"/>
          </a:xfrm>
          <a:prstGeom prst="rect">
            <a:avLst/>
          </a:prstGeom>
          <a:noFill/>
          <a:ln>
            <a:noFill/>
          </a:ln>
        </p:spPr>
        <p:txBody>
          <a:bodyPr anchorCtr="0" anchor="t" bIns="0" lIns="0" spcFirstLastPara="1" rIns="0" wrap="square" tIns="0">
            <a:spAutoFit/>
          </a:bodyPr>
          <a:lstStyle/>
          <a:p>
            <a:pPr indent="0" lvl="0" marL="0" marR="0" rtl="0" algn="l">
              <a:lnSpc>
                <a:spcPct val="140036"/>
              </a:lnSpc>
              <a:spcBef>
                <a:spcPts val="0"/>
              </a:spcBef>
              <a:spcAft>
                <a:spcPts val="0"/>
              </a:spcAft>
              <a:buNone/>
            </a:pPr>
            <a:r>
              <a:rPr b="1" i="0" lang="ru" sz="1400" u="none" cap="none" strike="noStrike">
                <a:solidFill>
                  <a:srgbClr val="000000"/>
                </a:solidFill>
                <a:latin typeface="Poppins"/>
                <a:ea typeface="Poppins"/>
                <a:cs typeface="Poppins"/>
                <a:sym typeface="Poppins"/>
              </a:rPr>
              <a:t>Module 2: Computational Thinking + JavaScript Basics</a:t>
            </a:r>
            <a:endParaRPr sz="700"/>
          </a:p>
          <a:p>
            <a:pPr indent="0" lvl="0" marL="0" marR="0" rtl="0" algn="l">
              <a:lnSpc>
                <a:spcPct val="109211"/>
              </a:lnSpc>
              <a:spcBef>
                <a:spcPts val="0"/>
              </a:spcBef>
              <a:spcAft>
                <a:spcPts val="0"/>
              </a:spcAft>
              <a:buNone/>
            </a:pPr>
            <a:r>
              <a:t/>
            </a:r>
            <a:endParaRPr b="1" i="0" sz="1400" u="none" cap="none" strike="noStrike">
              <a:solidFill>
                <a:srgbClr val="000000"/>
              </a:solidFill>
              <a:latin typeface="Poppins"/>
              <a:ea typeface="Poppins"/>
              <a:cs typeface="Poppins"/>
              <a:sym typeface="Poppins"/>
            </a:endParaRPr>
          </a:p>
          <a:p>
            <a:pPr indent="0" lvl="0" marL="0" marR="0" rtl="0" algn="l">
              <a:lnSpc>
                <a:spcPct val="140047"/>
              </a:lnSpc>
              <a:spcBef>
                <a:spcPts val="0"/>
              </a:spcBef>
              <a:spcAft>
                <a:spcPts val="0"/>
              </a:spcAft>
              <a:buNone/>
            </a:pPr>
            <a:r>
              <a:rPr b="0" i="0" lang="ru" sz="1100" u="none" cap="none" strike="noStrike">
                <a:solidFill>
                  <a:srgbClr val="000000"/>
                </a:solidFill>
                <a:latin typeface="Poppins"/>
                <a:ea typeface="Poppins"/>
                <a:cs typeface="Poppins"/>
                <a:sym typeface="Poppins"/>
              </a:rPr>
              <a:t>In this module, I learned how programming logic works and how to think like a programmer.</a:t>
            </a:r>
            <a:endParaRPr sz="700"/>
          </a:p>
          <a:p>
            <a:pPr indent="0" lvl="0" marL="0" marR="0" rtl="0" algn="l">
              <a:lnSpc>
                <a:spcPct val="140047"/>
              </a:lnSpc>
              <a:spcBef>
                <a:spcPts val="0"/>
              </a:spcBef>
              <a:spcAft>
                <a:spcPts val="0"/>
              </a:spcAft>
              <a:buNone/>
            </a:pPr>
            <a:r>
              <a:rPr b="0" i="0" lang="ru" sz="1100" u="none" cap="none" strike="noStrike">
                <a:solidFill>
                  <a:srgbClr val="000000"/>
                </a:solidFill>
                <a:latin typeface="Poppins"/>
                <a:ea typeface="Poppins"/>
                <a:cs typeface="Poppins"/>
                <a:sym typeface="Poppins"/>
              </a:rPr>
              <a:t> The module focuses on understanding the fundamental concepts behind code execution, problem-solving, and algorithm creation.</a:t>
            </a:r>
            <a:endParaRPr sz="700"/>
          </a:p>
          <a:p>
            <a:pPr indent="0" lvl="0" marL="0" marR="0" rtl="0" algn="l">
              <a:lnSpc>
                <a:spcPct val="140047"/>
              </a:lnSpc>
              <a:spcBef>
                <a:spcPts val="0"/>
              </a:spcBef>
              <a:spcAft>
                <a:spcPts val="0"/>
              </a:spcAft>
              <a:buNone/>
            </a:pPr>
            <a:r>
              <a:t/>
            </a:r>
            <a:endParaRPr b="0" i="0" sz="1100" u="none" cap="none" strike="noStrike">
              <a:solidFill>
                <a:srgbClr val="000000"/>
              </a:solidFill>
              <a:latin typeface="Poppins"/>
              <a:ea typeface="Poppins"/>
              <a:cs typeface="Poppins"/>
              <a:sym typeface="Poppins"/>
            </a:endParaRPr>
          </a:p>
          <a:p>
            <a:pPr indent="0" lvl="0" marL="0" marR="0" rtl="0" algn="l">
              <a:lnSpc>
                <a:spcPct val="140047"/>
              </a:lnSpc>
              <a:spcBef>
                <a:spcPts val="0"/>
              </a:spcBef>
              <a:spcAft>
                <a:spcPts val="0"/>
              </a:spcAft>
              <a:buNone/>
            </a:pPr>
            <a:r>
              <a:rPr b="1" i="0" lang="ru" sz="1100" u="none" cap="none" strike="noStrike">
                <a:solidFill>
                  <a:srgbClr val="000000"/>
                </a:solidFill>
                <a:latin typeface="Poppins"/>
                <a:ea typeface="Poppins"/>
                <a:cs typeface="Poppins"/>
                <a:sym typeface="Poppins"/>
              </a:rPr>
              <a:t>By completing Module 2, I learned</a:t>
            </a:r>
            <a:endParaRPr sz="700"/>
          </a:p>
          <a:p>
            <a:pPr indent="-120650" lvl="1" marL="228600" marR="0" rtl="0" algn="l">
              <a:lnSpc>
                <a:spcPct val="140047"/>
              </a:lnSpc>
              <a:spcBef>
                <a:spcPts val="0"/>
              </a:spcBef>
              <a:spcAft>
                <a:spcPts val="0"/>
              </a:spcAft>
              <a:buClr>
                <a:srgbClr val="000000"/>
              </a:buClr>
              <a:buSzPts val="1100"/>
              <a:buFont typeface="Arial"/>
              <a:buChar char="•"/>
            </a:pPr>
            <a:r>
              <a:rPr b="0" i="0" lang="ru" sz="1100" u="none" cap="none" strike="noStrike">
                <a:solidFill>
                  <a:srgbClr val="000000"/>
                </a:solidFill>
                <a:latin typeface="Poppins"/>
                <a:ea typeface="Poppins"/>
                <a:cs typeface="Poppins"/>
                <a:sym typeface="Poppins"/>
              </a:rPr>
              <a:t>How functions work — how to define functions, call them, and reuse code efficiently</a:t>
            </a:r>
            <a:endParaRPr sz="700"/>
          </a:p>
          <a:p>
            <a:pPr indent="-120650" lvl="1" marL="228600" marR="0" rtl="0" algn="l">
              <a:lnSpc>
                <a:spcPct val="140047"/>
              </a:lnSpc>
              <a:spcBef>
                <a:spcPts val="0"/>
              </a:spcBef>
              <a:spcAft>
                <a:spcPts val="0"/>
              </a:spcAft>
              <a:buClr>
                <a:srgbClr val="000000"/>
              </a:buClr>
              <a:buSzPts val="1100"/>
              <a:buFont typeface="Arial"/>
              <a:buChar char="•"/>
            </a:pPr>
            <a:r>
              <a:rPr b="0" i="0" lang="ru" sz="1100" u="none" cap="none" strike="noStrike">
                <a:solidFill>
                  <a:srgbClr val="000000"/>
                </a:solidFill>
                <a:latin typeface="Poppins"/>
                <a:ea typeface="Poppins"/>
                <a:cs typeface="Poppins"/>
                <a:sym typeface="Poppins"/>
              </a:rPr>
              <a:t>Return vs print — understanding the difference between returning a value and displaying it</a:t>
            </a:r>
            <a:endParaRPr sz="700"/>
          </a:p>
          <a:p>
            <a:pPr indent="-120650" lvl="1" marL="228600" marR="0" rtl="0" algn="l">
              <a:lnSpc>
                <a:spcPct val="140047"/>
              </a:lnSpc>
              <a:spcBef>
                <a:spcPts val="0"/>
              </a:spcBef>
              <a:spcAft>
                <a:spcPts val="0"/>
              </a:spcAft>
              <a:buClr>
                <a:srgbClr val="000000"/>
              </a:buClr>
              <a:buSzPts val="1100"/>
              <a:buFont typeface="Arial"/>
              <a:buChar char="•"/>
            </a:pPr>
            <a:r>
              <a:rPr b="0" i="0" lang="ru" sz="1100" u="none" cap="none" strike="noStrike">
                <a:solidFill>
                  <a:srgbClr val="000000"/>
                </a:solidFill>
                <a:latin typeface="Poppins"/>
                <a:ea typeface="Poppins"/>
                <a:cs typeface="Poppins"/>
                <a:sym typeface="Poppins"/>
              </a:rPr>
              <a:t>For loops — how to repeat actions and loop through data</a:t>
            </a:r>
            <a:endParaRPr sz="700"/>
          </a:p>
          <a:p>
            <a:pPr indent="-120650" lvl="1" marL="228600" marR="0" rtl="0" algn="l">
              <a:lnSpc>
                <a:spcPct val="140047"/>
              </a:lnSpc>
              <a:spcBef>
                <a:spcPts val="0"/>
              </a:spcBef>
              <a:spcAft>
                <a:spcPts val="0"/>
              </a:spcAft>
              <a:buClr>
                <a:srgbClr val="000000"/>
              </a:buClr>
              <a:buSzPts val="1100"/>
              <a:buFont typeface="Arial"/>
              <a:buChar char="•"/>
            </a:pPr>
            <a:r>
              <a:rPr b="0" i="0" lang="ru" sz="1100" u="none" cap="none" strike="noStrike">
                <a:solidFill>
                  <a:srgbClr val="000000"/>
                </a:solidFill>
                <a:latin typeface="Poppins"/>
                <a:ea typeface="Poppins"/>
                <a:cs typeface="Poppins"/>
                <a:sym typeface="Poppins"/>
              </a:rPr>
              <a:t>If statements — how to make decisions in code</a:t>
            </a:r>
            <a:endParaRPr sz="700"/>
          </a:p>
          <a:p>
            <a:pPr indent="-120650" lvl="1" marL="228600" marR="0" rtl="0" algn="l">
              <a:lnSpc>
                <a:spcPct val="140047"/>
              </a:lnSpc>
              <a:spcBef>
                <a:spcPts val="0"/>
              </a:spcBef>
              <a:spcAft>
                <a:spcPts val="0"/>
              </a:spcAft>
              <a:buClr>
                <a:srgbClr val="000000"/>
              </a:buClr>
              <a:buSzPts val="1100"/>
              <a:buFont typeface="Arial"/>
              <a:buChar char="•"/>
            </a:pPr>
            <a:r>
              <a:rPr b="0" i="0" lang="ru" sz="1100" u="none" cap="none" strike="noStrike">
                <a:solidFill>
                  <a:srgbClr val="000000"/>
                </a:solidFill>
                <a:latin typeface="Poppins"/>
                <a:ea typeface="Poppins"/>
                <a:cs typeface="Poppins"/>
                <a:sym typeface="Poppins"/>
              </a:rPr>
              <a:t>Nested conditions — writing if statements inside another if statement for more complex logic</a:t>
            </a:r>
            <a:endParaRPr sz="700"/>
          </a:p>
          <a:p>
            <a:pPr indent="-120650" lvl="1" marL="228600" marR="0" rtl="0" algn="l">
              <a:lnSpc>
                <a:spcPct val="140047"/>
              </a:lnSpc>
              <a:spcBef>
                <a:spcPts val="0"/>
              </a:spcBef>
              <a:spcAft>
                <a:spcPts val="0"/>
              </a:spcAft>
              <a:buClr>
                <a:srgbClr val="000000"/>
              </a:buClr>
              <a:buSzPts val="1100"/>
              <a:buFont typeface="Arial"/>
              <a:buChar char="•"/>
            </a:pPr>
            <a:r>
              <a:rPr b="0" i="0" lang="ru" sz="1100" u="none" cap="none" strike="noStrike">
                <a:solidFill>
                  <a:srgbClr val="000000"/>
                </a:solidFill>
                <a:latin typeface="Poppins"/>
                <a:ea typeface="Poppins"/>
                <a:cs typeface="Poppins"/>
                <a:sym typeface="Poppins"/>
              </a:rPr>
              <a:t>Image pixel processing using the SimpleImage library — looping through every pixel, detecting colors, and modifying images</a:t>
            </a:r>
            <a:endParaRPr sz="700"/>
          </a:p>
          <a:p>
            <a:pPr indent="0" lvl="0" marL="0" marR="0" rtl="0" algn="l">
              <a:lnSpc>
                <a:spcPct val="140047"/>
              </a:lnSpc>
              <a:spcBef>
                <a:spcPts val="0"/>
              </a:spcBef>
              <a:spcAft>
                <a:spcPts val="0"/>
              </a:spcAft>
              <a:buNone/>
            </a:pPr>
            <a:r>
              <a:t/>
            </a:r>
            <a:endParaRPr b="0" i="0" sz="1100" u="none" cap="none" strike="noStrike">
              <a:solidFill>
                <a:srgbClr val="000000"/>
              </a:solidFill>
              <a:latin typeface="Poppins"/>
              <a:ea typeface="Poppins"/>
              <a:cs typeface="Poppins"/>
              <a:sym typeface="Poppins"/>
            </a:endParaRPr>
          </a:p>
          <a:p>
            <a:pPr indent="0" lvl="0" marL="0" marR="0" rtl="0" algn="l">
              <a:lnSpc>
                <a:spcPct val="140047"/>
              </a:lnSpc>
              <a:spcBef>
                <a:spcPts val="0"/>
              </a:spcBef>
              <a:spcAft>
                <a:spcPts val="0"/>
              </a:spcAft>
              <a:buNone/>
            </a:pPr>
            <a:r>
              <a:t/>
            </a:r>
            <a:endParaRPr b="0" i="0" sz="1100" u="none" cap="none" strike="noStrike">
              <a:solidFill>
                <a:srgbClr val="000000"/>
              </a:solidFill>
              <a:latin typeface="Poppins"/>
              <a:ea typeface="Poppins"/>
              <a:cs typeface="Poppins"/>
              <a:sym typeface="Poppins"/>
            </a:endParaRPr>
          </a:p>
        </p:txBody>
      </p:sp>
      <p:sp>
        <p:nvSpPr>
          <p:cNvPr id="252" name="Google Shape;252;p31"/>
          <p:cNvSpPr/>
          <p:nvPr/>
        </p:nvSpPr>
        <p:spPr>
          <a:xfrm>
            <a:off x="887205" y="414310"/>
            <a:ext cx="1591194" cy="4505403"/>
          </a:xfrm>
          <a:custGeom>
            <a:rect b="b" l="l" r="r" t="t"/>
            <a:pathLst>
              <a:path extrusionOk="0" h="9010805" w="3182387">
                <a:moveTo>
                  <a:pt x="0" y="0"/>
                </a:moveTo>
                <a:lnTo>
                  <a:pt x="3182387" y="0"/>
                </a:lnTo>
                <a:lnTo>
                  <a:pt x="3182387" y="9010805"/>
                </a:lnTo>
                <a:lnTo>
                  <a:pt x="0" y="9010805"/>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2"/>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grpSp>
        <p:nvGrpSpPr>
          <p:cNvPr id="258" name="Google Shape;258;p32"/>
          <p:cNvGrpSpPr/>
          <p:nvPr/>
        </p:nvGrpSpPr>
        <p:grpSpPr>
          <a:xfrm>
            <a:off x="514350" y="4408563"/>
            <a:ext cx="1257300" cy="220587"/>
            <a:chOff x="0" y="-47625"/>
            <a:chExt cx="662281" cy="116195"/>
          </a:xfrm>
        </p:grpSpPr>
        <p:sp>
          <p:nvSpPr>
            <p:cNvPr id="259" name="Google Shape;259;p32"/>
            <p:cNvSpPr/>
            <p:nvPr/>
          </p:nvSpPr>
          <p:spPr>
            <a:xfrm>
              <a:off x="0" y="0"/>
              <a:ext cx="662281" cy="68570"/>
            </a:xfrm>
            <a:custGeom>
              <a:rect b="b" l="l" r="r" t="t"/>
              <a:pathLst>
                <a:path extrusionOk="0" h="68570" w="662281">
                  <a:moveTo>
                    <a:pt x="0" y="0"/>
                  </a:moveTo>
                  <a:lnTo>
                    <a:pt x="662281" y="0"/>
                  </a:lnTo>
                  <a:lnTo>
                    <a:pt x="662281" y="68570"/>
                  </a:lnTo>
                  <a:lnTo>
                    <a:pt x="0" y="68570"/>
                  </a:lnTo>
                  <a:close/>
                </a:path>
              </a:pathLst>
            </a:custGeom>
            <a:solidFill>
              <a:srgbClr val="004AAD"/>
            </a:solidFill>
            <a:ln>
              <a:noFill/>
            </a:ln>
          </p:spPr>
        </p:sp>
        <p:sp>
          <p:nvSpPr>
            <p:cNvPr id="260" name="Google Shape;260;p32"/>
            <p:cNvSpPr txBox="1"/>
            <p:nvPr/>
          </p:nvSpPr>
          <p:spPr>
            <a:xfrm>
              <a:off x="0" y="-47625"/>
              <a:ext cx="662281" cy="116195"/>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61" name="Google Shape;261;p32"/>
          <p:cNvSpPr/>
          <p:nvPr/>
        </p:nvSpPr>
        <p:spPr>
          <a:xfrm>
            <a:off x="5474214" y="1105649"/>
            <a:ext cx="3062431" cy="2560957"/>
          </a:xfrm>
          <a:custGeom>
            <a:rect b="b" l="l" r="r" t="t"/>
            <a:pathLst>
              <a:path extrusionOk="0" h="5121915" w="6124862">
                <a:moveTo>
                  <a:pt x="0" y="0"/>
                </a:moveTo>
                <a:lnTo>
                  <a:pt x="6124861" y="0"/>
                </a:lnTo>
                <a:lnTo>
                  <a:pt x="6124861" y="5121915"/>
                </a:lnTo>
                <a:lnTo>
                  <a:pt x="0" y="5121915"/>
                </a:lnTo>
                <a:lnTo>
                  <a:pt x="0" y="0"/>
                </a:lnTo>
                <a:close/>
              </a:path>
            </a:pathLst>
          </a:custGeom>
          <a:blipFill rotWithShape="1">
            <a:blip r:embed="rId4">
              <a:alphaModFix/>
            </a:blip>
            <a:stretch>
              <a:fillRect b="0" l="0" r="0" t="0"/>
            </a:stretch>
          </a:blipFill>
          <a:ln>
            <a:noFill/>
          </a:ln>
        </p:spPr>
      </p:sp>
      <p:sp>
        <p:nvSpPr>
          <p:cNvPr id="262" name="Google Shape;262;p32"/>
          <p:cNvSpPr txBox="1"/>
          <p:nvPr/>
        </p:nvSpPr>
        <p:spPr>
          <a:xfrm>
            <a:off x="754408" y="1013206"/>
            <a:ext cx="4563158" cy="979475"/>
          </a:xfrm>
          <a:prstGeom prst="rect">
            <a:avLst/>
          </a:prstGeom>
          <a:noFill/>
          <a:ln>
            <a:noFill/>
          </a:ln>
        </p:spPr>
        <p:txBody>
          <a:bodyPr anchorCtr="0" anchor="t" bIns="0" lIns="0" spcFirstLastPara="1" rIns="0" wrap="square" tIns="0">
            <a:spAutoFit/>
          </a:bodyPr>
          <a:lstStyle/>
          <a:p>
            <a:pPr indent="0" lvl="0" marL="0" marR="0" rtl="0" algn="l">
              <a:lnSpc>
                <a:spcPct val="140038"/>
              </a:lnSpc>
              <a:spcBef>
                <a:spcPts val="0"/>
              </a:spcBef>
              <a:spcAft>
                <a:spcPts val="0"/>
              </a:spcAft>
              <a:buNone/>
            </a:pPr>
            <a:r>
              <a:rPr b="1" i="0" lang="ru" sz="1300" u="none" cap="none" strike="noStrike">
                <a:solidFill>
                  <a:srgbClr val="000000"/>
                </a:solidFill>
                <a:latin typeface="Poppins"/>
                <a:ea typeface="Poppins"/>
                <a:cs typeface="Poppins"/>
                <a:sym typeface="Poppins"/>
              </a:rPr>
              <a:t>Module 3:  Event-Driven Web Programming</a:t>
            </a:r>
            <a:endParaRPr sz="700"/>
          </a:p>
          <a:p>
            <a:pPr indent="0" lvl="0" marL="0" marR="0" rtl="0" algn="l">
              <a:lnSpc>
                <a:spcPct val="140047"/>
              </a:lnSpc>
              <a:spcBef>
                <a:spcPts val="0"/>
              </a:spcBef>
              <a:spcAft>
                <a:spcPts val="0"/>
              </a:spcAft>
              <a:buNone/>
            </a:pPr>
            <a:r>
              <a:rPr b="0" i="0" lang="ru" sz="1100" u="none" cap="none" strike="noStrike">
                <a:solidFill>
                  <a:srgbClr val="000000"/>
                </a:solidFill>
                <a:latin typeface="Poppins"/>
                <a:ea typeface="Poppins"/>
                <a:cs typeface="Poppins"/>
                <a:sym typeface="Poppins"/>
              </a:rPr>
              <a:t> This module focuses on making webpages interactive.</a:t>
            </a:r>
            <a:endParaRPr sz="700"/>
          </a:p>
          <a:p>
            <a:pPr indent="0" lvl="0" marL="0" marR="0" rtl="0" algn="l">
              <a:lnSpc>
                <a:spcPct val="140047"/>
              </a:lnSpc>
              <a:spcBef>
                <a:spcPts val="0"/>
              </a:spcBef>
              <a:spcAft>
                <a:spcPts val="0"/>
              </a:spcAft>
              <a:buNone/>
            </a:pPr>
            <a:r>
              <a:rPr b="0" i="0" lang="ru" sz="1100" u="none" cap="none" strike="noStrike">
                <a:solidFill>
                  <a:srgbClr val="000000"/>
                </a:solidFill>
                <a:latin typeface="Poppins"/>
                <a:ea typeface="Poppins"/>
                <a:cs typeface="Poppins"/>
                <a:sym typeface="Poppins"/>
              </a:rPr>
              <a:t> I learned how webpages can respond to user actions such as clicking buttons, moving sliders, typing text, or interacting with different elements.</a:t>
            </a:r>
            <a:endParaRPr sz="700"/>
          </a:p>
        </p:txBody>
      </p:sp>
      <p:sp>
        <p:nvSpPr>
          <p:cNvPr id="263" name="Google Shape;263;p32"/>
          <p:cNvSpPr txBox="1"/>
          <p:nvPr/>
        </p:nvSpPr>
        <p:spPr>
          <a:xfrm>
            <a:off x="754408" y="2405966"/>
            <a:ext cx="4977803" cy="1487475"/>
          </a:xfrm>
          <a:prstGeom prst="rect">
            <a:avLst/>
          </a:prstGeom>
          <a:noFill/>
          <a:ln>
            <a:noFill/>
          </a:ln>
        </p:spPr>
        <p:txBody>
          <a:bodyPr anchorCtr="0" anchor="t" bIns="0" lIns="0" spcFirstLastPara="1" rIns="0" wrap="square" tIns="0">
            <a:spAutoFit/>
          </a:bodyPr>
          <a:lstStyle/>
          <a:p>
            <a:pPr indent="0" lvl="0" marL="0" marR="0" rtl="0" algn="l">
              <a:lnSpc>
                <a:spcPct val="140047"/>
              </a:lnSpc>
              <a:spcBef>
                <a:spcPts val="0"/>
              </a:spcBef>
              <a:spcAft>
                <a:spcPts val="0"/>
              </a:spcAft>
              <a:buNone/>
            </a:pPr>
            <a:r>
              <a:rPr b="1" i="0" lang="ru" sz="1100" u="none" cap="none" strike="noStrike">
                <a:solidFill>
                  <a:srgbClr val="000000"/>
                </a:solidFill>
                <a:latin typeface="Poppins"/>
                <a:ea typeface="Poppins"/>
                <a:cs typeface="Poppins"/>
                <a:sym typeface="Poppins"/>
              </a:rPr>
              <a:t>During this module, I learned how to:</a:t>
            </a:r>
            <a:endParaRPr sz="700"/>
          </a:p>
          <a:p>
            <a:pPr indent="-120650" lvl="1" marL="228600" marR="0" rtl="0" algn="l">
              <a:lnSpc>
                <a:spcPct val="140047"/>
              </a:lnSpc>
              <a:spcBef>
                <a:spcPts val="0"/>
              </a:spcBef>
              <a:spcAft>
                <a:spcPts val="0"/>
              </a:spcAft>
              <a:buClr>
                <a:srgbClr val="000000"/>
              </a:buClr>
              <a:buSzPts val="1100"/>
              <a:buFont typeface="Arial"/>
              <a:buChar char="•"/>
            </a:pPr>
            <a:r>
              <a:rPr b="0" i="0" lang="ru" sz="1100" u="none" cap="none" strike="noStrike">
                <a:solidFill>
                  <a:srgbClr val="000000"/>
                </a:solidFill>
                <a:latin typeface="Poppins"/>
                <a:ea typeface="Poppins"/>
                <a:cs typeface="Poppins"/>
                <a:sym typeface="Poppins"/>
              </a:rPr>
              <a:t>Create interactive buttons that respond when clicked</a:t>
            </a:r>
            <a:endParaRPr sz="700"/>
          </a:p>
          <a:p>
            <a:pPr indent="-120650" lvl="1" marL="228600" marR="0" rtl="0" algn="l">
              <a:lnSpc>
                <a:spcPct val="140047"/>
              </a:lnSpc>
              <a:spcBef>
                <a:spcPts val="0"/>
              </a:spcBef>
              <a:spcAft>
                <a:spcPts val="0"/>
              </a:spcAft>
              <a:buClr>
                <a:srgbClr val="000000"/>
              </a:buClr>
              <a:buSzPts val="1100"/>
              <a:buFont typeface="Arial"/>
              <a:buChar char="•"/>
            </a:pPr>
            <a:r>
              <a:rPr b="0" i="0" lang="ru" sz="1100" u="none" cap="none" strike="noStrike">
                <a:solidFill>
                  <a:srgbClr val="000000"/>
                </a:solidFill>
                <a:latin typeface="Poppins"/>
                <a:ea typeface="Poppins"/>
                <a:cs typeface="Poppins"/>
                <a:sym typeface="Poppins"/>
              </a:rPr>
              <a:t>Build sliders and display the real-time slider value on the page</a:t>
            </a:r>
            <a:endParaRPr sz="700"/>
          </a:p>
          <a:p>
            <a:pPr indent="-120650" lvl="1" marL="228600" marR="0" rtl="0" algn="l">
              <a:lnSpc>
                <a:spcPct val="140047"/>
              </a:lnSpc>
              <a:spcBef>
                <a:spcPts val="0"/>
              </a:spcBef>
              <a:spcAft>
                <a:spcPts val="0"/>
              </a:spcAft>
              <a:buClr>
                <a:srgbClr val="000000"/>
              </a:buClr>
              <a:buSzPts val="1100"/>
              <a:buFont typeface="Arial"/>
              <a:buChar char="•"/>
            </a:pPr>
            <a:r>
              <a:rPr b="0" i="0" lang="ru" sz="1100" u="none" cap="none" strike="noStrike">
                <a:solidFill>
                  <a:srgbClr val="000000"/>
                </a:solidFill>
                <a:latin typeface="Poppins"/>
                <a:ea typeface="Poppins"/>
                <a:cs typeface="Poppins"/>
                <a:sym typeface="Poppins"/>
              </a:rPr>
              <a:t>Change canvas size dynamically based on user input</a:t>
            </a:r>
            <a:endParaRPr sz="700"/>
          </a:p>
          <a:p>
            <a:pPr indent="-120650" lvl="1" marL="228600" marR="0" rtl="0" algn="l">
              <a:lnSpc>
                <a:spcPct val="140047"/>
              </a:lnSpc>
              <a:spcBef>
                <a:spcPts val="0"/>
              </a:spcBef>
              <a:spcAft>
                <a:spcPts val="0"/>
              </a:spcAft>
              <a:buClr>
                <a:srgbClr val="000000"/>
              </a:buClr>
              <a:buSzPts val="1100"/>
              <a:buFont typeface="Arial"/>
              <a:buChar char="•"/>
            </a:pPr>
            <a:r>
              <a:rPr b="0" i="0" lang="ru" sz="1100" u="none" cap="none" strike="noStrike">
                <a:solidFill>
                  <a:srgbClr val="000000"/>
                </a:solidFill>
                <a:latin typeface="Poppins"/>
                <a:ea typeface="Poppins"/>
                <a:cs typeface="Poppins"/>
                <a:sym typeface="Poppins"/>
              </a:rPr>
              <a:t>Capture and display text or numbers entered by the user</a:t>
            </a:r>
            <a:endParaRPr sz="700"/>
          </a:p>
          <a:p>
            <a:pPr indent="-120650" lvl="1" marL="228600" marR="0" rtl="0" algn="l">
              <a:lnSpc>
                <a:spcPct val="140047"/>
              </a:lnSpc>
              <a:spcBef>
                <a:spcPts val="0"/>
              </a:spcBef>
              <a:spcAft>
                <a:spcPts val="0"/>
              </a:spcAft>
              <a:buClr>
                <a:srgbClr val="000000"/>
              </a:buClr>
              <a:buSzPts val="1100"/>
              <a:buFont typeface="Arial"/>
              <a:buChar char="•"/>
            </a:pPr>
            <a:r>
              <a:rPr b="0" i="0" lang="ru" sz="1100" u="none" cap="none" strike="noStrike">
                <a:solidFill>
                  <a:srgbClr val="000000"/>
                </a:solidFill>
                <a:latin typeface="Poppins"/>
                <a:ea typeface="Poppins"/>
                <a:cs typeface="Poppins"/>
                <a:sym typeface="Poppins"/>
              </a:rPr>
              <a:t>Modify the content of divs dynamically, allowing the webpage to update without refreshing</a:t>
            </a:r>
            <a:endParaRPr sz="700"/>
          </a:p>
          <a:p>
            <a:pPr indent="0" lvl="0" marL="0" marR="0" rtl="0" algn="l">
              <a:lnSpc>
                <a:spcPct val="140047"/>
              </a:lnSpc>
              <a:spcBef>
                <a:spcPts val="0"/>
              </a:spcBef>
              <a:spcAft>
                <a:spcPts val="0"/>
              </a:spcAft>
              <a:buNone/>
            </a:pPr>
            <a:r>
              <a:t/>
            </a:r>
            <a:endParaRPr b="0" i="0" sz="1100" u="none" cap="none" strike="noStrike">
              <a:solidFill>
                <a:srgbClr val="000000"/>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3"/>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grpSp>
        <p:nvGrpSpPr>
          <p:cNvPr id="269" name="Google Shape;269;p33"/>
          <p:cNvGrpSpPr/>
          <p:nvPr/>
        </p:nvGrpSpPr>
        <p:grpSpPr>
          <a:xfrm>
            <a:off x="514350" y="4408563"/>
            <a:ext cx="1257300" cy="220587"/>
            <a:chOff x="0" y="-47625"/>
            <a:chExt cx="662281" cy="116195"/>
          </a:xfrm>
        </p:grpSpPr>
        <p:sp>
          <p:nvSpPr>
            <p:cNvPr id="270" name="Google Shape;270;p33"/>
            <p:cNvSpPr/>
            <p:nvPr/>
          </p:nvSpPr>
          <p:spPr>
            <a:xfrm>
              <a:off x="0" y="0"/>
              <a:ext cx="662281" cy="68570"/>
            </a:xfrm>
            <a:custGeom>
              <a:rect b="b" l="l" r="r" t="t"/>
              <a:pathLst>
                <a:path extrusionOk="0" h="68570" w="662281">
                  <a:moveTo>
                    <a:pt x="0" y="0"/>
                  </a:moveTo>
                  <a:lnTo>
                    <a:pt x="662281" y="0"/>
                  </a:lnTo>
                  <a:lnTo>
                    <a:pt x="662281" y="68570"/>
                  </a:lnTo>
                  <a:lnTo>
                    <a:pt x="0" y="68570"/>
                  </a:lnTo>
                  <a:close/>
                </a:path>
              </a:pathLst>
            </a:custGeom>
            <a:solidFill>
              <a:srgbClr val="004AAD"/>
            </a:solidFill>
            <a:ln>
              <a:noFill/>
            </a:ln>
          </p:spPr>
        </p:sp>
        <p:sp>
          <p:nvSpPr>
            <p:cNvPr id="271" name="Google Shape;271;p33"/>
            <p:cNvSpPr txBox="1"/>
            <p:nvPr/>
          </p:nvSpPr>
          <p:spPr>
            <a:xfrm>
              <a:off x="0" y="-47625"/>
              <a:ext cx="662281" cy="116195"/>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272" name="Google Shape;272;p33"/>
          <p:cNvGrpSpPr/>
          <p:nvPr/>
        </p:nvGrpSpPr>
        <p:grpSpPr>
          <a:xfrm>
            <a:off x="5133975" y="312812"/>
            <a:ext cx="3147442" cy="4427463"/>
            <a:chOff x="0" y="-47625"/>
            <a:chExt cx="1657912" cy="2332162"/>
          </a:xfrm>
        </p:grpSpPr>
        <p:sp>
          <p:nvSpPr>
            <p:cNvPr id="273" name="Google Shape;273;p33"/>
            <p:cNvSpPr/>
            <p:nvPr/>
          </p:nvSpPr>
          <p:spPr>
            <a:xfrm>
              <a:off x="0" y="0"/>
              <a:ext cx="1657912" cy="2284537"/>
            </a:xfrm>
            <a:custGeom>
              <a:rect b="b" l="l" r="r" t="t"/>
              <a:pathLst>
                <a:path extrusionOk="0" h="2284537" w="1657912">
                  <a:moveTo>
                    <a:pt x="62724" y="0"/>
                  </a:moveTo>
                  <a:lnTo>
                    <a:pt x="1595188" y="0"/>
                  </a:lnTo>
                  <a:cubicBezTo>
                    <a:pt x="1611824" y="0"/>
                    <a:pt x="1627778" y="6608"/>
                    <a:pt x="1639541" y="18371"/>
                  </a:cubicBezTo>
                  <a:cubicBezTo>
                    <a:pt x="1651304" y="30134"/>
                    <a:pt x="1657912" y="46088"/>
                    <a:pt x="1657912" y="62724"/>
                  </a:cubicBezTo>
                  <a:lnTo>
                    <a:pt x="1657912" y="2221813"/>
                  </a:lnTo>
                  <a:cubicBezTo>
                    <a:pt x="1657912" y="2256454"/>
                    <a:pt x="1629830" y="2284537"/>
                    <a:pt x="1595188" y="2284537"/>
                  </a:cubicBezTo>
                  <a:lnTo>
                    <a:pt x="62724" y="2284537"/>
                  </a:lnTo>
                  <a:cubicBezTo>
                    <a:pt x="46088" y="2284537"/>
                    <a:pt x="30134" y="2277928"/>
                    <a:pt x="18371" y="2266165"/>
                  </a:cubicBezTo>
                  <a:cubicBezTo>
                    <a:pt x="6608" y="2254403"/>
                    <a:pt x="0" y="2238448"/>
                    <a:pt x="0" y="2221813"/>
                  </a:cubicBezTo>
                  <a:lnTo>
                    <a:pt x="0" y="62724"/>
                  </a:lnTo>
                  <a:cubicBezTo>
                    <a:pt x="0" y="46088"/>
                    <a:pt x="6608" y="30134"/>
                    <a:pt x="18371" y="18371"/>
                  </a:cubicBezTo>
                  <a:cubicBezTo>
                    <a:pt x="30134" y="6608"/>
                    <a:pt x="46088" y="0"/>
                    <a:pt x="62724" y="0"/>
                  </a:cubicBezTo>
                  <a:close/>
                </a:path>
              </a:pathLst>
            </a:custGeom>
            <a:solidFill>
              <a:srgbClr val="004AA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74" name="Google Shape;274;p33"/>
            <p:cNvSpPr txBox="1"/>
            <p:nvPr/>
          </p:nvSpPr>
          <p:spPr>
            <a:xfrm>
              <a:off x="0" y="-47625"/>
              <a:ext cx="1657912" cy="2332162"/>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275" name="Google Shape;275;p33"/>
          <p:cNvGrpSpPr/>
          <p:nvPr/>
        </p:nvGrpSpPr>
        <p:grpSpPr>
          <a:xfrm>
            <a:off x="4431292" y="803376"/>
            <a:ext cx="934133" cy="934133"/>
            <a:chOff x="0" y="0"/>
            <a:chExt cx="812800" cy="812800"/>
          </a:xfrm>
        </p:grpSpPr>
        <p:sp>
          <p:nvSpPr>
            <p:cNvPr id="276" name="Google Shape;276;p3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77" name="Google Shape;277;p33"/>
            <p:cNvSpPr txBox="1"/>
            <p:nvPr/>
          </p:nvSpPr>
          <p:spPr>
            <a:xfrm>
              <a:off x="76200" y="28575"/>
              <a:ext cx="660400" cy="708025"/>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278" name="Google Shape;278;p33"/>
          <p:cNvGrpSpPr/>
          <p:nvPr/>
        </p:nvGrpSpPr>
        <p:grpSpPr>
          <a:xfrm>
            <a:off x="4431292" y="2105146"/>
            <a:ext cx="934133" cy="934133"/>
            <a:chOff x="0" y="0"/>
            <a:chExt cx="812800" cy="812800"/>
          </a:xfrm>
        </p:grpSpPr>
        <p:sp>
          <p:nvSpPr>
            <p:cNvPr id="279" name="Google Shape;279;p3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80" name="Google Shape;280;p33"/>
            <p:cNvSpPr txBox="1"/>
            <p:nvPr/>
          </p:nvSpPr>
          <p:spPr>
            <a:xfrm>
              <a:off x="76200" y="28575"/>
              <a:ext cx="660400" cy="708025"/>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281" name="Google Shape;281;p33"/>
          <p:cNvGrpSpPr/>
          <p:nvPr/>
        </p:nvGrpSpPr>
        <p:grpSpPr>
          <a:xfrm>
            <a:off x="4431292" y="3405991"/>
            <a:ext cx="934133" cy="934133"/>
            <a:chOff x="0" y="0"/>
            <a:chExt cx="812800" cy="812800"/>
          </a:xfrm>
        </p:grpSpPr>
        <p:sp>
          <p:nvSpPr>
            <p:cNvPr id="282" name="Google Shape;282;p3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83" name="Google Shape;283;p33"/>
            <p:cNvSpPr txBox="1"/>
            <p:nvPr/>
          </p:nvSpPr>
          <p:spPr>
            <a:xfrm>
              <a:off x="76200" y="28575"/>
              <a:ext cx="660400" cy="708025"/>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84" name="Google Shape;284;p33"/>
          <p:cNvSpPr/>
          <p:nvPr/>
        </p:nvSpPr>
        <p:spPr>
          <a:xfrm>
            <a:off x="3130622" y="3291863"/>
            <a:ext cx="1358026" cy="1524784"/>
          </a:xfrm>
          <a:custGeom>
            <a:rect b="b" l="l" r="r" t="t"/>
            <a:pathLst>
              <a:path extrusionOk="0" h="3049568" w="2716052">
                <a:moveTo>
                  <a:pt x="0" y="0"/>
                </a:moveTo>
                <a:lnTo>
                  <a:pt x="2716053" y="0"/>
                </a:lnTo>
                <a:lnTo>
                  <a:pt x="2716053" y="3049569"/>
                </a:lnTo>
                <a:lnTo>
                  <a:pt x="0" y="3049569"/>
                </a:lnTo>
                <a:lnTo>
                  <a:pt x="0" y="0"/>
                </a:lnTo>
                <a:close/>
              </a:path>
            </a:pathLst>
          </a:custGeom>
          <a:blipFill rotWithShape="1">
            <a:blip r:embed="rId4">
              <a:alphaModFix/>
            </a:blip>
            <a:stretch>
              <a:fillRect b="0" l="0" r="-79285" t="0"/>
            </a:stretch>
          </a:blipFill>
          <a:ln>
            <a:noFill/>
          </a:ln>
        </p:spPr>
      </p:sp>
      <p:sp>
        <p:nvSpPr>
          <p:cNvPr id="285" name="Google Shape;285;p33"/>
          <p:cNvSpPr txBox="1"/>
          <p:nvPr/>
        </p:nvSpPr>
        <p:spPr>
          <a:xfrm>
            <a:off x="571500" y="1129525"/>
            <a:ext cx="3569279" cy="2870823"/>
          </a:xfrm>
          <a:prstGeom prst="rect">
            <a:avLst/>
          </a:prstGeom>
          <a:noFill/>
          <a:ln>
            <a:noFill/>
          </a:ln>
        </p:spPr>
        <p:txBody>
          <a:bodyPr anchorCtr="0" anchor="t" bIns="0" lIns="0" spcFirstLastPara="1" rIns="0" wrap="square" tIns="0">
            <a:spAutoFit/>
          </a:bodyPr>
          <a:lstStyle/>
          <a:p>
            <a:pPr indent="0" lvl="0" marL="0" marR="0" rtl="0" algn="l">
              <a:lnSpc>
                <a:spcPct val="140039"/>
              </a:lnSpc>
              <a:spcBef>
                <a:spcPts val="0"/>
              </a:spcBef>
              <a:spcAft>
                <a:spcPts val="0"/>
              </a:spcAft>
              <a:buNone/>
            </a:pPr>
            <a:r>
              <a:rPr b="1" i="0" lang="ru" sz="1300" u="none" cap="none" strike="noStrike">
                <a:solidFill>
                  <a:srgbClr val="000000"/>
                </a:solidFill>
                <a:latin typeface="Poppins"/>
                <a:ea typeface="Poppins"/>
                <a:cs typeface="Poppins"/>
                <a:sym typeface="Poppins"/>
              </a:rPr>
              <a:t>Module 4: Final Web Project</a:t>
            </a:r>
            <a:endParaRPr sz="700"/>
          </a:p>
          <a:p>
            <a:pPr indent="0" lvl="0" marL="0" marR="0" rtl="0" algn="l">
              <a:lnSpc>
                <a:spcPct val="140039"/>
              </a:lnSpc>
              <a:spcBef>
                <a:spcPts val="0"/>
              </a:spcBef>
              <a:spcAft>
                <a:spcPts val="0"/>
              </a:spcAft>
              <a:buNone/>
            </a:pPr>
            <a:r>
              <a:t/>
            </a:r>
            <a:endParaRPr b="1" i="0" sz="1300" u="none" cap="none" strike="noStrike">
              <a:solidFill>
                <a:srgbClr val="000000"/>
              </a:solidFill>
              <a:latin typeface="Poppins"/>
              <a:ea typeface="Poppins"/>
              <a:cs typeface="Poppins"/>
              <a:sym typeface="Poppins"/>
            </a:endParaRPr>
          </a:p>
          <a:p>
            <a:pPr indent="0" lvl="0" marL="0" marR="0" rtl="0" algn="l">
              <a:lnSpc>
                <a:spcPct val="140047"/>
              </a:lnSpc>
              <a:spcBef>
                <a:spcPts val="0"/>
              </a:spcBef>
              <a:spcAft>
                <a:spcPts val="0"/>
              </a:spcAft>
              <a:buNone/>
            </a:pPr>
            <a:r>
              <a:rPr b="0" i="0" lang="ru" sz="1100" u="none" cap="none" strike="noStrike">
                <a:solidFill>
                  <a:srgbClr val="000000"/>
                </a:solidFill>
                <a:latin typeface="Poppins"/>
                <a:ea typeface="Poppins"/>
                <a:cs typeface="Poppins"/>
                <a:sym typeface="Poppins"/>
              </a:rPr>
              <a:t> In this final module, I applied everything I learned from HTML, CSS, and JavaScript to build a complete mini-website.</a:t>
            </a:r>
            <a:endParaRPr sz="700"/>
          </a:p>
          <a:p>
            <a:pPr indent="0" lvl="0" marL="0" marR="0" rtl="0" algn="l">
              <a:lnSpc>
                <a:spcPct val="140047"/>
              </a:lnSpc>
              <a:spcBef>
                <a:spcPts val="0"/>
              </a:spcBef>
              <a:spcAft>
                <a:spcPts val="0"/>
              </a:spcAft>
              <a:buNone/>
            </a:pPr>
            <a:r>
              <a:t/>
            </a:r>
            <a:endParaRPr b="0" i="0" sz="1100" u="none" cap="none" strike="noStrike">
              <a:solidFill>
                <a:srgbClr val="000000"/>
              </a:solidFill>
              <a:latin typeface="Poppins"/>
              <a:ea typeface="Poppins"/>
              <a:cs typeface="Poppins"/>
              <a:sym typeface="Poppins"/>
            </a:endParaRPr>
          </a:p>
          <a:p>
            <a:pPr indent="0" lvl="0" marL="0" marR="0" rtl="0" algn="l">
              <a:lnSpc>
                <a:spcPct val="140047"/>
              </a:lnSpc>
              <a:spcBef>
                <a:spcPts val="0"/>
              </a:spcBef>
              <a:spcAft>
                <a:spcPts val="0"/>
              </a:spcAft>
              <a:buNone/>
            </a:pPr>
            <a:r>
              <a:rPr b="0" i="0" lang="ru" sz="1100" u="none" cap="none" strike="noStrike">
                <a:solidFill>
                  <a:srgbClr val="000000"/>
                </a:solidFill>
                <a:latin typeface="Poppins"/>
                <a:ea typeface="Poppins"/>
                <a:cs typeface="Poppins"/>
                <a:sym typeface="Poppins"/>
              </a:rPr>
              <a:t>The main goal of the project was to create a webpage where users can:</a:t>
            </a:r>
            <a:endParaRPr sz="700"/>
          </a:p>
          <a:p>
            <a:pPr indent="-120650" lvl="1" marL="228600" marR="0" rtl="0" algn="l">
              <a:lnSpc>
                <a:spcPct val="140047"/>
              </a:lnSpc>
              <a:spcBef>
                <a:spcPts val="0"/>
              </a:spcBef>
              <a:spcAft>
                <a:spcPts val="0"/>
              </a:spcAft>
              <a:buClr>
                <a:srgbClr val="000000"/>
              </a:buClr>
              <a:buSzPts val="1100"/>
              <a:buFont typeface="Arial"/>
              <a:buChar char="•"/>
            </a:pPr>
            <a:r>
              <a:rPr b="0" i="0" lang="ru" sz="1100" u="none" cap="none" strike="noStrike">
                <a:solidFill>
                  <a:srgbClr val="000000"/>
                </a:solidFill>
                <a:latin typeface="Poppins"/>
                <a:ea typeface="Poppins"/>
                <a:cs typeface="Poppins"/>
                <a:sym typeface="Poppins"/>
              </a:rPr>
              <a:t>Upload an image</a:t>
            </a:r>
            <a:endParaRPr sz="700"/>
          </a:p>
          <a:p>
            <a:pPr indent="-120650" lvl="1" marL="228600" marR="0" rtl="0" algn="l">
              <a:lnSpc>
                <a:spcPct val="140047"/>
              </a:lnSpc>
              <a:spcBef>
                <a:spcPts val="0"/>
              </a:spcBef>
              <a:spcAft>
                <a:spcPts val="0"/>
              </a:spcAft>
              <a:buClr>
                <a:srgbClr val="000000"/>
              </a:buClr>
              <a:buSzPts val="1100"/>
              <a:buFont typeface="Arial"/>
              <a:buChar char="•"/>
            </a:pPr>
            <a:r>
              <a:rPr b="0" i="0" lang="ru" sz="1100" u="none" cap="none" strike="noStrike">
                <a:solidFill>
                  <a:srgbClr val="000000"/>
                </a:solidFill>
                <a:latin typeface="Poppins"/>
                <a:ea typeface="Poppins"/>
                <a:cs typeface="Poppins"/>
                <a:sym typeface="Poppins"/>
              </a:rPr>
              <a:t>Apply different filters (blur, grayscale, color effects, etc.)</a:t>
            </a:r>
            <a:endParaRPr sz="700"/>
          </a:p>
          <a:p>
            <a:pPr indent="-120650" lvl="1" marL="228600" marR="0" rtl="0" algn="l">
              <a:lnSpc>
                <a:spcPct val="140047"/>
              </a:lnSpc>
              <a:spcBef>
                <a:spcPts val="0"/>
              </a:spcBef>
              <a:spcAft>
                <a:spcPts val="0"/>
              </a:spcAft>
              <a:buClr>
                <a:srgbClr val="000000"/>
              </a:buClr>
              <a:buSzPts val="1100"/>
              <a:buFont typeface="Arial"/>
              <a:buChar char="•"/>
            </a:pPr>
            <a:r>
              <a:rPr b="0" i="0" lang="ru" sz="1100" u="none" cap="none" strike="noStrike">
                <a:solidFill>
                  <a:srgbClr val="000000"/>
                </a:solidFill>
                <a:latin typeface="Poppins"/>
                <a:ea typeface="Poppins"/>
                <a:cs typeface="Poppins"/>
                <a:sym typeface="Poppins"/>
              </a:rPr>
              <a:t>Interact with buttons and sliders</a:t>
            </a:r>
            <a:endParaRPr sz="700"/>
          </a:p>
          <a:p>
            <a:pPr indent="-120650" lvl="1" marL="228600" marR="0" rtl="0" algn="l">
              <a:lnSpc>
                <a:spcPct val="140047"/>
              </a:lnSpc>
              <a:spcBef>
                <a:spcPts val="0"/>
              </a:spcBef>
              <a:spcAft>
                <a:spcPts val="0"/>
              </a:spcAft>
              <a:buClr>
                <a:srgbClr val="000000"/>
              </a:buClr>
              <a:buSzPts val="1100"/>
              <a:buFont typeface="Arial"/>
              <a:buChar char="•"/>
            </a:pPr>
            <a:r>
              <a:rPr b="0" i="0" lang="ru" sz="1100" u="none" cap="none" strike="noStrike">
                <a:solidFill>
                  <a:srgbClr val="000000"/>
                </a:solidFill>
                <a:latin typeface="Poppins"/>
                <a:ea typeface="Poppins"/>
                <a:cs typeface="Poppins"/>
                <a:sym typeface="Poppins"/>
              </a:rPr>
              <a:t>See changes in real time</a:t>
            </a:r>
            <a:endParaRPr sz="700"/>
          </a:p>
          <a:p>
            <a:pPr indent="0" lvl="0" marL="0" marR="0" rtl="0" algn="l">
              <a:lnSpc>
                <a:spcPct val="140047"/>
              </a:lnSpc>
              <a:spcBef>
                <a:spcPts val="0"/>
              </a:spcBef>
              <a:spcAft>
                <a:spcPts val="0"/>
              </a:spcAft>
              <a:buNone/>
            </a:pPr>
            <a:r>
              <a:t/>
            </a:r>
            <a:endParaRPr b="0" i="0" sz="1100" u="none" cap="none" strike="noStrike">
              <a:solidFill>
                <a:srgbClr val="000000"/>
              </a:solidFill>
              <a:latin typeface="Poppins"/>
              <a:ea typeface="Poppins"/>
              <a:cs typeface="Poppins"/>
              <a:sym typeface="Poppins"/>
            </a:endParaRPr>
          </a:p>
          <a:p>
            <a:pPr indent="0" lvl="0" marL="0" marR="0" rtl="0" algn="l">
              <a:lnSpc>
                <a:spcPct val="140047"/>
              </a:lnSpc>
              <a:spcBef>
                <a:spcPts val="0"/>
              </a:spcBef>
              <a:spcAft>
                <a:spcPts val="0"/>
              </a:spcAft>
              <a:buNone/>
            </a:pPr>
            <a:r>
              <a:t/>
            </a:r>
            <a:endParaRPr b="0" i="0" sz="1100" u="none" cap="none" strike="noStrike">
              <a:solidFill>
                <a:srgbClr val="000000"/>
              </a:solidFill>
              <a:latin typeface="Poppins"/>
              <a:ea typeface="Poppins"/>
              <a:cs typeface="Poppins"/>
              <a:sym typeface="Poppins"/>
            </a:endParaRPr>
          </a:p>
        </p:txBody>
      </p:sp>
      <p:sp>
        <p:nvSpPr>
          <p:cNvPr id="286" name="Google Shape;286;p33"/>
          <p:cNvSpPr txBox="1"/>
          <p:nvPr/>
        </p:nvSpPr>
        <p:spPr>
          <a:xfrm>
            <a:off x="4488649" y="950736"/>
            <a:ext cx="819418" cy="667989"/>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b="0" i="0" lang="ru" sz="3900" u="none" cap="none" strike="noStrike">
                <a:solidFill>
                  <a:srgbClr val="000000"/>
                </a:solidFill>
                <a:latin typeface="League Spartan"/>
                <a:ea typeface="League Spartan"/>
                <a:cs typeface="League Spartan"/>
                <a:sym typeface="League Spartan"/>
              </a:rPr>
              <a:t>1</a:t>
            </a:r>
            <a:endParaRPr sz="700"/>
          </a:p>
        </p:txBody>
      </p:sp>
      <p:sp>
        <p:nvSpPr>
          <p:cNvPr id="287" name="Google Shape;287;p33"/>
          <p:cNvSpPr txBox="1"/>
          <p:nvPr/>
        </p:nvSpPr>
        <p:spPr>
          <a:xfrm>
            <a:off x="4488649" y="2247743"/>
            <a:ext cx="819418" cy="667988"/>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b="1" i="0" lang="ru" sz="3900" u="none" cap="none" strike="noStrike">
                <a:solidFill>
                  <a:srgbClr val="000000"/>
                </a:solidFill>
                <a:latin typeface="League Spartan"/>
                <a:ea typeface="League Spartan"/>
                <a:cs typeface="League Spartan"/>
                <a:sym typeface="League Spartan"/>
              </a:rPr>
              <a:t>2</a:t>
            </a:r>
            <a:endParaRPr sz="700"/>
          </a:p>
        </p:txBody>
      </p:sp>
      <p:sp>
        <p:nvSpPr>
          <p:cNvPr id="288" name="Google Shape;288;p33"/>
          <p:cNvSpPr txBox="1"/>
          <p:nvPr/>
        </p:nvSpPr>
        <p:spPr>
          <a:xfrm>
            <a:off x="4488649" y="3548866"/>
            <a:ext cx="819418" cy="667989"/>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b="0" i="0" lang="ru" sz="3900" u="none" cap="none" strike="noStrike">
                <a:solidFill>
                  <a:srgbClr val="000000"/>
                </a:solidFill>
                <a:latin typeface="League Spartan"/>
                <a:ea typeface="League Spartan"/>
                <a:cs typeface="League Spartan"/>
                <a:sym typeface="League Spartan"/>
              </a:rPr>
              <a:t>3</a:t>
            </a:r>
            <a:endParaRPr sz="700"/>
          </a:p>
        </p:txBody>
      </p:sp>
      <p:sp>
        <p:nvSpPr>
          <p:cNvPr id="289" name="Google Shape;289;p33"/>
          <p:cNvSpPr txBox="1"/>
          <p:nvPr/>
        </p:nvSpPr>
        <p:spPr>
          <a:xfrm>
            <a:off x="5655936" y="1299018"/>
            <a:ext cx="2428046" cy="2241602"/>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None/>
            </a:pPr>
            <a:r>
              <a:rPr b="0" i="0" lang="ru" sz="900" u="none" cap="none" strike="noStrike">
                <a:solidFill>
                  <a:srgbClr val="FFFFFF"/>
                </a:solidFill>
                <a:latin typeface="Poppins"/>
                <a:ea typeface="Poppins"/>
                <a:cs typeface="Poppins"/>
                <a:sym typeface="Poppins"/>
              </a:rPr>
              <a:t>In this project, I used the full set of web development skills:</a:t>
            </a:r>
            <a:endParaRPr sz="700"/>
          </a:p>
          <a:p>
            <a:pPr indent="-107950" lvl="1" marL="203200" marR="0" rtl="0" algn="l">
              <a:lnSpc>
                <a:spcPct val="140010"/>
              </a:lnSpc>
              <a:spcBef>
                <a:spcPts val="0"/>
              </a:spcBef>
              <a:spcAft>
                <a:spcPts val="0"/>
              </a:spcAft>
              <a:buClr>
                <a:srgbClr val="FFFFFF"/>
              </a:buClr>
              <a:buSzPts val="900"/>
              <a:buFont typeface="Arial"/>
              <a:buChar char="•"/>
            </a:pPr>
            <a:r>
              <a:rPr b="0" i="0" lang="ru" sz="900" u="none" cap="none" strike="noStrike">
                <a:solidFill>
                  <a:srgbClr val="FFFFFF"/>
                </a:solidFill>
                <a:latin typeface="Poppins"/>
                <a:ea typeface="Poppins"/>
                <a:cs typeface="Poppins"/>
                <a:sym typeface="Poppins"/>
              </a:rPr>
              <a:t>HTML structure to build the layout and upload area</a:t>
            </a:r>
            <a:endParaRPr sz="700"/>
          </a:p>
          <a:p>
            <a:pPr indent="-107950" lvl="1" marL="203200" marR="0" rtl="0" algn="l">
              <a:lnSpc>
                <a:spcPct val="140010"/>
              </a:lnSpc>
              <a:spcBef>
                <a:spcPts val="0"/>
              </a:spcBef>
              <a:spcAft>
                <a:spcPts val="0"/>
              </a:spcAft>
              <a:buClr>
                <a:srgbClr val="FFFFFF"/>
              </a:buClr>
              <a:buSzPts val="900"/>
              <a:buFont typeface="Arial"/>
              <a:buChar char="•"/>
            </a:pPr>
            <a:r>
              <a:rPr b="0" i="0" lang="ru" sz="900" u="none" cap="none" strike="noStrike">
                <a:solidFill>
                  <a:srgbClr val="FFFFFF"/>
                </a:solidFill>
                <a:latin typeface="Poppins"/>
                <a:ea typeface="Poppins"/>
                <a:cs typeface="Poppins"/>
                <a:sym typeface="Poppins"/>
              </a:rPr>
              <a:t>CSS design to style the interface and create a clean layout</a:t>
            </a:r>
            <a:endParaRPr sz="700"/>
          </a:p>
          <a:p>
            <a:pPr indent="-107950" lvl="1" marL="203200" marR="0" rtl="0" algn="l">
              <a:lnSpc>
                <a:spcPct val="140010"/>
              </a:lnSpc>
              <a:spcBef>
                <a:spcPts val="0"/>
              </a:spcBef>
              <a:spcAft>
                <a:spcPts val="0"/>
              </a:spcAft>
              <a:buClr>
                <a:srgbClr val="FFFFFF"/>
              </a:buClr>
              <a:buSzPts val="900"/>
              <a:buFont typeface="Arial"/>
              <a:buChar char="•"/>
            </a:pPr>
            <a:r>
              <a:rPr b="0" i="0" lang="ru" sz="900" u="none" cap="none" strike="noStrike">
                <a:solidFill>
                  <a:srgbClr val="FFFFFF"/>
                </a:solidFill>
                <a:latin typeface="Poppins"/>
                <a:ea typeface="Poppins"/>
                <a:cs typeface="Poppins"/>
                <a:sym typeface="Poppins"/>
              </a:rPr>
              <a:t>JavaScript functions to control image processing and interactivity</a:t>
            </a:r>
            <a:endParaRPr sz="700"/>
          </a:p>
          <a:p>
            <a:pPr indent="-107950" lvl="1" marL="203200" marR="0" rtl="0" algn="l">
              <a:lnSpc>
                <a:spcPct val="140010"/>
              </a:lnSpc>
              <a:spcBef>
                <a:spcPts val="0"/>
              </a:spcBef>
              <a:spcAft>
                <a:spcPts val="0"/>
              </a:spcAft>
              <a:buClr>
                <a:srgbClr val="FFFFFF"/>
              </a:buClr>
              <a:buSzPts val="900"/>
              <a:buFont typeface="Arial"/>
              <a:buChar char="•"/>
            </a:pPr>
            <a:r>
              <a:rPr b="0" i="0" lang="ru" sz="900" u="none" cap="none" strike="noStrike">
                <a:solidFill>
                  <a:srgbClr val="FFFFFF"/>
                </a:solidFill>
                <a:latin typeface="Poppins"/>
                <a:ea typeface="Poppins"/>
                <a:cs typeface="Poppins"/>
                <a:sym typeface="Poppins"/>
              </a:rPr>
              <a:t>Image filtering tools to apply different visual effects</a:t>
            </a:r>
            <a:endParaRPr sz="700"/>
          </a:p>
          <a:p>
            <a:pPr indent="-107950" lvl="1" marL="203200" marR="0" rtl="0" algn="l">
              <a:lnSpc>
                <a:spcPct val="140010"/>
              </a:lnSpc>
              <a:spcBef>
                <a:spcPts val="0"/>
              </a:spcBef>
              <a:spcAft>
                <a:spcPts val="0"/>
              </a:spcAft>
              <a:buClr>
                <a:srgbClr val="FFFFFF"/>
              </a:buClr>
              <a:buSzPts val="900"/>
              <a:buFont typeface="Arial"/>
              <a:buChar char="•"/>
            </a:pPr>
            <a:r>
              <a:rPr b="0" i="0" lang="ru" sz="900" u="none" cap="none" strike="noStrike">
                <a:solidFill>
                  <a:srgbClr val="FFFFFF"/>
                </a:solidFill>
                <a:latin typeface="Poppins"/>
                <a:ea typeface="Poppins"/>
                <a:cs typeface="Poppins"/>
                <a:sym typeface="Poppins"/>
              </a:rPr>
              <a:t>Buttons, sliders, and canvas to let users interact with the image in real time</a:t>
            </a:r>
            <a:endParaRPr sz="700"/>
          </a:p>
          <a:p>
            <a:pPr indent="0" lvl="0" marL="0" marR="0" rtl="0" algn="l">
              <a:lnSpc>
                <a:spcPct val="140010"/>
              </a:lnSpc>
              <a:spcBef>
                <a:spcPts val="0"/>
              </a:spcBef>
              <a:spcAft>
                <a:spcPts val="0"/>
              </a:spcAft>
              <a:buNone/>
            </a:pPr>
            <a:r>
              <a:t/>
            </a:r>
            <a:endParaRPr b="0" i="0" sz="900" u="none" cap="none" strike="noStrike">
              <a:solidFill>
                <a:srgbClr val="FFFFFF"/>
              </a:solidFill>
              <a:latin typeface="Poppins"/>
              <a:ea typeface="Poppins"/>
              <a:cs typeface="Poppins"/>
              <a:sym typeface="Poppi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4"/>
          <p:cNvSpPr/>
          <p:nvPr/>
        </p:nvSpPr>
        <p:spPr>
          <a:xfrm>
            <a:off x="1654809" y="461561"/>
            <a:ext cx="6101743" cy="4220378"/>
          </a:xfrm>
          <a:custGeom>
            <a:rect b="b" l="l" r="r" t="t"/>
            <a:pathLst>
              <a:path extrusionOk="0" h="8440755" w="12203487">
                <a:moveTo>
                  <a:pt x="0" y="0"/>
                </a:moveTo>
                <a:lnTo>
                  <a:pt x="12203487" y="0"/>
                </a:lnTo>
                <a:lnTo>
                  <a:pt x="12203487" y="8440756"/>
                </a:lnTo>
                <a:lnTo>
                  <a:pt x="0" y="8440756"/>
                </a:lnTo>
                <a:lnTo>
                  <a:pt x="0" y="0"/>
                </a:lnTo>
                <a:close/>
              </a:path>
            </a:pathLst>
          </a:custGeom>
          <a:blipFill rotWithShape="1">
            <a:blip r:embed="rId3">
              <a:alphaModFix/>
            </a:blip>
            <a:stretch>
              <a:fillRect b="0" l="0" r="0" t="-5721"/>
            </a:stretch>
          </a:blipFill>
          <a:ln>
            <a:noFill/>
          </a:ln>
        </p:spPr>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5"/>
          <p:cNvSpPr/>
          <p:nvPr/>
        </p:nvSpPr>
        <p:spPr>
          <a:xfrm>
            <a:off x="645464" y="359127"/>
            <a:ext cx="3007752" cy="2108449"/>
          </a:xfrm>
          <a:custGeom>
            <a:rect b="b" l="l" r="r" t="t"/>
            <a:pathLst>
              <a:path extrusionOk="0" h="4216898" w="6015504">
                <a:moveTo>
                  <a:pt x="0" y="0"/>
                </a:moveTo>
                <a:lnTo>
                  <a:pt x="6015504" y="0"/>
                </a:lnTo>
                <a:lnTo>
                  <a:pt x="6015504" y="4216899"/>
                </a:lnTo>
                <a:lnTo>
                  <a:pt x="0" y="4216899"/>
                </a:lnTo>
                <a:lnTo>
                  <a:pt x="0" y="0"/>
                </a:lnTo>
                <a:close/>
              </a:path>
            </a:pathLst>
          </a:custGeom>
          <a:blipFill rotWithShape="1">
            <a:blip r:embed="rId3">
              <a:alphaModFix/>
            </a:blip>
            <a:stretch>
              <a:fillRect b="0" l="0" r="0" t="0"/>
            </a:stretch>
          </a:blipFill>
          <a:ln>
            <a:noFill/>
          </a:ln>
        </p:spPr>
      </p:sp>
      <p:sp>
        <p:nvSpPr>
          <p:cNvPr id="300" name="Google Shape;300;p35"/>
          <p:cNvSpPr/>
          <p:nvPr/>
        </p:nvSpPr>
        <p:spPr>
          <a:xfrm>
            <a:off x="788685" y="2571750"/>
            <a:ext cx="2721312" cy="2279099"/>
          </a:xfrm>
          <a:custGeom>
            <a:rect b="b" l="l" r="r" t="t"/>
            <a:pathLst>
              <a:path extrusionOk="0" h="4558197" w="5442623">
                <a:moveTo>
                  <a:pt x="0" y="0"/>
                </a:moveTo>
                <a:lnTo>
                  <a:pt x="5442623" y="0"/>
                </a:lnTo>
                <a:lnTo>
                  <a:pt x="5442623" y="4558197"/>
                </a:lnTo>
                <a:lnTo>
                  <a:pt x="0" y="4558197"/>
                </a:lnTo>
                <a:lnTo>
                  <a:pt x="0" y="0"/>
                </a:lnTo>
                <a:close/>
              </a:path>
            </a:pathLst>
          </a:custGeom>
          <a:blipFill rotWithShape="1">
            <a:blip r:embed="rId4">
              <a:alphaModFix/>
            </a:blip>
            <a:stretch>
              <a:fillRect b="0" l="0" r="0" t="0"/>
            </a:stretch>
          </a:blipFill>
          <a:ln>
            <a:noFill/>
          </a:ln>
        </p:spPr>
      </p:sp>
      <p:sp>
        <p:nvSpPr>
          <p:cNvPr id="301" name="Google Shape;301;p35"/>
          <p:cNvSpPr/>
          <p:nvPr/>
        </p:nvSpPr>
        <p:spPr>
          <a:xfrm>
            <a:off x="4021284" y="1002357"/>
            <a:ext cx="4270224" cy="2930441"/>
          </a:xfrm>
          <a:custGeom>
            <a:rect b="b" l="l" r="r" t="t"/>
            <a:pathLst>
              <a:path extrusionOk="0" h="5860882" w="8540447">
                <a:moveTo>
                  <a:pt x="0" y="0"/>
                </a:moveTo>
                <a:lnTo>
                  <a:pt x="8540446" y="0"/>
                </a:lnTo>
                <a:lnTo>
                  <a:pt x="8540446" y="5860882"/>
                </a:lnTo>
                <a:lnTo>
                  <a:pt x="0" y="5860882"/>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6"/>
          <p:cNvSpPr/>
          <p:nvPr/>
        </p:nvSpPr>
        <p:spPr>
          <a:xfrm>
            <a:off x="596542" y="563090"/>
            <a:ext cx="5522525" cy="3916733"/>
          </a:xfrm>
          <a:custGeom>
            <a:rect b="b" l="l" r="r" t="t"/>
            <a:pathLst>
              <a:path extrusionOk="0" h="7833467" w="11045049">
                <a:moveTo>
                  <a:pt x="0" y="0"/>
                </a:moveTo>
                <a:lnTo>
                  <a:pt x="11045049" y="0"/>
                </a:lnTo>
                <a:lnTo>
                  <a:pt x="11045049" y="7833467"/>
                </a:lnTo>
                <a:lnTo>
                  <a:pt x="0" y="7833467"/>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37"/>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grpSp>
        <p:nvGrpSpPr>
          <p:cNvPr id="312" name="Google Shape;312;p37"/>
          <p:cNvGrpSpPr/>
          <p:nvPr/>
        </p:nvGrpSpPr>
        <p:grpSpPr>
          <a:xfrm>
            <a:off x="403225" y="312812"/>
            <a:ext cx="3495007" cy="4427463"/>
            <a:chOff x="0" y="-47625"/>
            <a:chExt cx="1840992" cy="2332162"/>
          </a:xfrm>
        </p:grpSpPr>
        <p:sp>
          <p:nvSpPr>
            <p:cNvPr id="313" name="Google Shape;313;p37"/>
            <p:cNvSpPr/>
            <p:nvPr/>
          </p:nvSpPr>
          <p:spPr>
            <a:xfrm>
              <a:off x="0" y="0"/>
              <a:ext cx="1840992" cy="2284537"/>
            </a:xfrm>
            <a:custGeom>
              <a:rect b="b" l="l" r="r" t="t"/>
              <a:pathLst>
                <a:path extrusionOk="0" h="2284537" w="1840992">
                  <a:moveTo>
                    <a:pt x="56486" y="0"/>
                  </a:moveTo>
                  <a:lnTo>
                    <a:pt x="1784506" y="0"/>
                  </a:lnTo>
                  <a:cubicBezTo>
                    <a:pt x="1799487" y="0"/>
                    <a:pt x="1813854" y="5951"/>
                    <a:pt x="1824447" y="16544"/>
                  </a:cubicBezTo>
                  <a:cubicBezTo>
                    <a:pt x="1835041" y="27138"/>
                    <a:pt x="1840992" y="41505"/>
                    <a:pt x="1840992" y="56486"/>
                  </a:cubicBezTo>
                  <a:lnTo>
                    <a:pt x="1840992" y="2228051"/>
                  </a:lnTo>
                  <a:cubicBezTo>
                    <a:pt x="1840992" y="2243032"/>
                    <a:pt x="1835041" y="2257399"/>
                    <a:pt x="1824447" y="2267992"/>
                  </a:cubicBezTo>
                  <a:cubicBezTo>
                    <a:pt x="1813854" y="2278586"/>
                    <a:pt x="1799487" y="2284537"/>
                    <a:pt x="1784506" y="2284537"/>
                  </a:cubicBezTo>
                  <a:lnTo>
                    <a:pt x="56486" y="2284537"/>
                  </a:lnTo>
                  <a:cubicBezTo>
                    <a:pt x="41505" y="2284537"/>
                    <a:pt x="27138" y="2278586"/>
                    <a:pt x="16544" y="2267992"/>
                  </a:cubicBezTo>
                  <a:cubicBezTo>
                    <a:pt x="5951" y="2257399"/>
                    <a:pt x="0" y="2243032"/>
                    <a:pt x="0" y="2228051"/>
                  </a:cubicBezTo>
                  <a:lnTo>
                    <a:pt x="0" y="56486"/>
                  </a:lnTo>
                  <a:cubicBezTo>
                    <a:pt x="0" y="41505"/>
                    <a:pt x="5951" y="27138"/>
                    <a:pt x="16544" y="16544"/>
                  </a:cubicBezTo>
                  <a:cubicBezTo>
                    <a:pt x="27138" y="5951"/>
                    <a:pt x="41505" y="0"/>
                    <a:pt x="56486" y="0"/>
                  </a:cubicBezTo>
                  <a:close/>
                </a:path>
              </a:pathLst>
            </a:custGeom>
            <a:solidFill>
              <a:srgbClr val="004AA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14" name="Google Shape;314;p37"/>
            <p:cNvSpPr txBox="1"/>
            <p:nvPr/>
          </p:nvSpPr>
          <p:spPr>
            <a:xfrm>
              <a:off x="0" y="-47625"/>
              <a:ext cx="1840992" cy="2332162"/>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315" name="Google Shape;315;p37"/>
          <p:cNvGrpSpPr/>
          <p:nvPr/>
        </p:nvGrpSpPr>
        <p:grpSpPr>
          <a:xfrm>
            <a:off x="3431167" y="803376"/>
            <a:ext cx="934133" cy="934133"/>
            <a:chOff x="0" y="0"/>
            <a:chExt cx="812800" cy="812800"/>
          </a:xfrm>
        </p:grpSpPr>
        <p:sp>
          <p:nvSpPr>
            <p:cNvPr id="316" name="Google Shape;316;p3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17" name="Google Shape;317;p37"/>
            <p:cNvSpPr txBox="1"/>
            <p:nvPr/>
          </p:nvSpPr>
          <p:spPr>
            <a:xfrm>
              <a:off x="76200" y="28575"/>
              <a:ext cx="660400" cy="708025"/>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318" name="Google Shape;318;p37"/>
          <p:cNvGrpSpPr/>
          <p:nvPr/>
        </p:nvGrpSpPr>
        <p:grpSpPr>
          <a:xfrm>
            <a:off x="3431167" y="2105146"/>
            <a:ext cx="934133" cy="934133"/>
            <a:chOff x="0" y="0"/>
            <a:chExt cx="812800" cy="812800"/>
          </a:xfrm>
        </p:grpSpPr>
        <p:sp>
          <p:nvSpPr>
            <p:cNvPr id="319" name="Google Shape;319;p3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20" name="Google Shape;320;p37"/>
            <p:cNvSpPr txBox="1"/>
            <p:nvPr/>
          </p:nvSpPr>
          <p:spPr>
            <a:xfrm>
              <a:off x="76200" y="28575"/>
              <a:ext cx="660400" cy="708025"/>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321" name="Google Shape;321;p37"/>
          <p:cNvGrpSpPr/>
          <p:nvPr/>
        </p:nvGrpSpPr>
        <p:grpSpPr>
          <a:xfrm>
            <a:off x="3431167" y="3405991"/>
            <a:ext cx="934133" cy="934133"/>
            <a:chOff x="0" y="0"/>
            <a:chExt cx="812800" cy="812800"/>
          </a:xfrm>
        </p:grpSpPr>
        <p:sp>
          <p:nvSpPr>
            <p:cNvPr id="322" name="Google Shape;322;p3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23" name="Google Shape;323;p37"/>
            <p:cNvSpPr txBox="1"/>
            <p:nvPr/>
          </p:nvSpPr>
          <p:spPr>
            <a:xfrm>
              <a:off x="76200" y="28575"/>
              <a:ext cx="660400" cy="708025"/>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324" name="Google Shape;324;p37"/>
          <p:cNvSpPr/>
          <p:nvPr/>
        </p:nvSpPr>
        <p:spPr>
          <a:xfrm>
            <a:off x="6905967" y="592369"/>
            <a:ext cx="2061989" cy="1868678"/>
          </a:xfrm>
          <a:custGeom>
            <a:rect b="b" l="l" r="r" t="t"/>
            <a:pathLst>
              <a:path extrusionOk="0" h="3737355" w="4123978">
                <a:moveTo>
                  <a:pt x="0" y="0"/>
                </a:moveTo>
                <a:lnTo>
                  <a:pt x="4123978" y="0"/>
                </a:lnTo>
                <a:lnTo>
                  <a:pt x="4123978" y="3737354"/>
                </a:lnTo>
                <a:lnTo>
                  <a:pt x="0" y="3737354"/>
                </a:lnTo>
                <a:lnTo>
                  <a:pt x="0" y="0"/>
                </a:lnTo>
                <a:close/>
              </a:path>
            </a:pathLst>
          </a:custGeom>
          <a:blipFill rotWithShape="1">
            <a:blip r:embed="rId4">
              <a:alphaModFix/>
            </a:blip>
            <a:stretch>
              <a:fillRect b="0" l="0" r="0" t="0"/>
            </a:stretch>
          </a:blipFill>
          <a:ln>
            <a:noFill/>
          </a:ln>
        </p:spPr>
      </p:sp>
      <p:sp>
        <p:nvSpPr>
          <p:cNvPr id="325" name="Google Shape;325;p37"/>
          <p:cNvSpPr/>
          <p:nvPr/>
        </p:nvSpPr>
        <p:spPr>
          <a:xfrm>
            <a:off x="5232466" y="3734341"/>
            <a:ext cx="2375618" cy="1211565"/>
          </a:xfrm>
          <a:custGeom>
            <a:rect b="b" l="l" r="r" t="t"/>
            <a:pathLst>
              <a:path extrusionOk="0" h="2423130" w="4751236">
                <a:moveTo>
                  <a:pt x="0" y="0"/>
                </a:moveTo>
                <a:lnTo>
                  <a:pt x="4751236" y="0"/>
                </a:lnTo>
                <a:lnTo>
                  <a:pt x="4751236" y="2423130"/>
                </a:lnTo>
                <a:lnTo>
                  <a:pt x="0" y="2423130"/>
                </a:lnTo>
                <a:lnTo>
                  <a:pt x="0" y="0"/>
                </a:lnTo>
                <a:close/>
              </a:path>
            </a:pathLst>
          </a:custGeom>
          <a:blipFill rotWithShape="1">
            <a:blip r:embed="rId5">
              <a:alphaModFix/>
            </a:blip>
            <a:stretch>
              <a:fillRect b="0" l="0" r="0" t="0"/>
            </a:stretch>
          </a:blipFill>
          <a:ln>
            <a:noFill/>
          </a:ln>
        </p:spPr>
      </p:sp>
      <p:sp>
        <p:nvSpPr>
          <p:cNvPr id="326" name="Google Shape;326;p37"/>
          <p:cNvSpPr txBox="1"/>
          <p:nvPr/>
        </p:nvSpPr>
        <p:spPr>
          <a:xfrm>
            <a:off x="4504238" y="369888"/>
            <a:ext cx="2817287" cy="2076120"/>
          </a:xfrm>
          <a:prstGeom prst="rect">
            <a:avLst/>
          </a:prstGeom>
          <a:noFill/>
          <a:ln>
            <a:noFill/>
          </a:ln>
        </p:spPr>
        <p:txBody>
          <a:bodyPr anchorCtr="0" anchor="t" bIns="0" lIns="0" spcFirstLastPara="1" rIns="0" wrap="square" tIns="0">
            <a:spAutoFit/>
          </a:bodyPr>
          <a:lstStyle/>
          <a:p>
            <a:pPr indent="0" lvl="0" marL="0" marR="0" rtl="0" algn="l">
              <a:lnSpc>
                <a:spcPct val="140041"/>
              </a:lnSpc>
              <a:spcBef>
                <a:spcPts val="0"/>
              </a:spcBef>
              <a:spcAft>
                <a:spcPts val="0"/>
              </a:spcAft>
              <a:buNone/>
            </a:pPr>
            <a:r>
              <a:rPr b="1" i="0" lang="ru" sz="1200" u="none" cap="none" strike="noStrike">
                <a:solidFill>
                  <a:srgbClr val="000000"/>
                </a:solidFill>
                <a:latin typeface="Poppins"/>
                <a:ea typeface="Poppins"/>
                <a:cs typeface="Poppins"/>
                <a:sym typeface="Poppins"/>
              </a:rPr>
              <a:t>Skills Gained</a:t>
            </a:r>
            <a:endParaRPr sz="700"/>
          </a:p>
          <a:p>
            <a:pPr indent="0" lvl="0" marL="0" marR="0" rtl="0" algn="l">
              <a:lnSpc>
                <a:spcPct val="140047"/>
              </a:lnSpc>
              <a:spcBef>
                <a:spcPts val="0"/>
              </a:spcBef>
              <a:spcAft>
                <a:spcPts val="0"/>
              </a:spcAft>
              <a:buNone/>
            </a:pPr>
            <a:r>
              <a:rPr b="0" i="0" lang="ru" sz="1100" u="none" cap="none" strike="noStrike">
                <a:solidFill>
                  <a:srgbClr val="000000"/>
                </a:solidFill>
                <a:latin typeface="Poppins"/>
                <a:ea typeface="Poppins"/>
                <a:cs typeface="Poppins"/>
                <a:sym typeface="Poppins"/>
              </a:rPr>
              <a:t>After completing the certification, I gained:</a:t>
            </a:r>
            <a:endParaRPr sz="700"/>
          </a:p>
          <a:p>
            <a:pPr indent="-120650" lvl="1" marL="228600" marR="0" rtl="0" algn="l">
              <a:lnSpc>
                <a:spcPct val="140047"/>
              </a:lnSpc>
              <a:spcBef>
                <a:spcPts val="0"/>
              </a:spcBef>
              <a:spcAft>
                <a:spcPts val="0"/>
              </a:spcAft>
              <a:buClr>
                <a:srgbClr val="000000"/>
              </a:buClr>
              <a:buSzPts val="1100"/>
              <a:buFont typeface="Arial"/>
              <a:buChar char="•"/>
            </a:pPr>
            <a:r>
              <a:rPr b="0" i="0" lang="ru" sz="1100" u="none" cap="none" strike="noStrike">
                <a:solidFill>
                  <a:srgbClr val="000000"/>
                </a:solidFill>
                <a:latin typeface="Poppins"/>
                <a:ea typeface="Poppins"/>
                <a:cs typeface="Poppins"/>
                <a:sym typeface="Poppins"/>
              </a:rPr>
              <a:t>HTML page creation</a:t>
            </a:r>
            <a:endParaRPr sz="700"/>
          </a:p>
          <a:p>
            <a:pPr indent="-120650" lvl="1" marL="228600" marR="0" rtl="0" algn="l">
              <a:lnSpc>
                <a:spcPct val="140047"/>
              </a:lnSpc>
              <a:spcBef>
                <a:spcPts val="0"/>
              </a:spcBef>
              <a:spcAft>
                <a:spcPts val="0"/>
              </a:spcAft>
              <a:buClr>
                <a:srgbClr val="000000"/>
              </a:buClr>
              <a:buSzPts val="1100"/>
              <a:buFont typeface="Arial"/>
              <a:buChar char="•"/>
            </a:pPr>
            <a:r>
              <a:rPr b="0" i="0" lang="ru" sz="1100" u="none" cap="none" strike="noStrike">
                <a:solidFill>
                  <a:srgbClr val="000000"/>
                </a:solidFill>
                <a:latin typeface="Poppins"/>
                <a:ea typeface="Poppins"/>
                <a:cs typeface="Poppins"/>
                <a:sym typeface="Poppins"/>
              </a:rPr>
              <a:t>CSS styling and layout</a:t>
            </a:r>
            <a:endParaRPr sz="700"/>
          </a:p>
          <a:p>
            <a:pPr indent="-120650" lvl="1" marL="228600" marR="0" rtl="0" algn="l">
              <a:lnSpc>
                <a:spcPct val="140047"/>
              </a:lnSpc>
              <a:spcBef>
                <a:spcPts val="0"/>
              </a:spcBef>
              <a:spcAft>
                <a:spcPts val="0"/>
              </a:spcAft>
              <a:buClr>
                <a:srgbClr val="000000"/>
              </a:buClr>
              <a:buSzPts val="1100"/>
              <a:buFont typeface="Arial"/>
              <a:buChar char="•"/>
            </a:pPr>
            <a:r>
              <a:rPr b="0" i="0" lang="ru" sz="1100" u="none" cap="none" strike="noStrike">
                <a:solidFill>
                  <a:srgbClr val="000000"/>
                </a:solidFill>
                <a:latin typeface="Poppins"/>
                <a:ea typeface="Poppins"/>
                <a:cs typeface="Poppins"/>
                <a:sym typeface="Poppins"/>
              </a:rPr>
              <a:t>JavaScript fundamentals</a:t>
            </a:r>
            <a:endParaRPr sz="700"/>
          </a:p>
          <a:p>
            <a:pPr indent="-120650" lvl="1" marL="228600" marR="0" rtl="0" algn="l">
              <a:lnSpc>
                <a:spcPct val="140047"/>
              </a:lnSpc>
              <a:spcBef>
                <a:spcPts val="0"/>
              </a:spcBef>
              <a:spcAft>
                <a:spcPts val="0"/>
              </a:spcAft>
              <a:buClr>
                <a:srgbClr val="000000"/>
              </a:buClr>
              <a:buSzPts val="1100"/>
              <a:buFont typeface="Arial"/>
              <a:buChar char="•"/>
            </a:pPr>
            <a:r>
              <a:rPr b="0" i="0" lang="ru" sz="1100" u="none" cap="none" strike="noStrike">
                <a:solidFill>
                  <a:srgbClr val="000000"/>
                </a:solidFill>
                <a:latin typeface="Poppins"/>
                <a:ea typeface="Poppins"/>
                <a:cs typeface="Poppins"/>
                <a:sym typeface="Poppins"/>
              </a:rPr>
              <a:t>Event-driven programming</a:t>
            </a:r>
            <a:endParaRPr sz="700"/>
          </a:p>
          <a:p>
            <a:pPr indent="-120650" lvl="1" marL="228600" marR="0" rtl="0" algn="l">
              <a:lnSpc>
                <a:spcPct val="140047"/>
              </a:lnSpc>
              <a:spcBef>
                <a:spcPts val="0"/>
              </a:spcBef>
              <a:spcAft>
                <a:spcPts val="0"/>
              </a:spcAft>
              <a:buClr>
                <a:srgbClr val="000000"/>
              </a:buClr>
              <a:buSzPts val="1100"/>
              <a:buFont typeface="Arial"/>
              <a:buChar char="•"/>
            </a:pPr>
            <a:r>
              <a:rPr b="0" i="0" lang="ru" sz="1100" u="none" cap="none" strike="noStrike">
                <a:solidFill>
                  <a:srgbClr val="000000"/>
                </a:solidFill>
                <a:latin typeface="Poppins"/>
                <a:ea typeface="Poppins"/>
                <a:cs typeface="Poppins"/>
                <a:sym typeface="Poppins"/>
              </a:rPr>
              <a:t>Image filtering logic</a:t>
            </a:r>
            <a:endParaRPr sz="700"/>
          </a:p>
          <a:p>
            <a:pPr indent="-120650" lvl="1" marL="228600" marR="0" rtl="0" algn="l">
              <a:lnSpc>
                <a:spcPct val="140047"/>
              </a:lnSpc>
              <a:spcBef>
                <a:spcPts val="0"/>
              </a:spcBef>
              <a:spcAft>
                <a:spcPts val="0"/>
              </a:spcAft>
              <a:buClr>
                <a:srgbClr val="000000"/>
              </a:buClr>
              <a:buSzPts val="1100"/>
              <a:buFont typeface="Arial"/>
              <a:buChar char="•"/>
            </a:pPr>
            <a:r>
              <a:rPr b="0" i="0" lang="ru" sz="1100" u="none" cap="none" strike="noStrike">
                <a:solidFill>
                  <a:srgbClr val="000000"/>
                </a:solidFill>
                <a:latin typeface="Poppins"/>
                <a:ea typeface="Poppins"/>
                <a:cs typeface="Poppins"/>
                <a:sym typeface="Poppins"/>
              </a:rPr>
              <a:t>Debugging skills</a:t>
            </a:r>
            <a:endParaRPr sz="700"/>
          </a:p>
          <a:p>
            <a:pPr indent="-120650" lvl="1" marL="228600" marR="0" rtl="0" algn="l">
              <a:lnSpc>
                <a:spcPct val="140047"/>
              </a:lnSpc>
              <a:spcBef>
                <a:spcPts val="0"/>
              </a:spcBef>
              <a:spcAft>
                <a:spcPts val="0"/>
              </a:spcAft>
              <a:buClr>
                <a:srgbClr val="000000"/>
              </a:buClr>
              <a:buSzPts val="1100"/>
              <a:buFont typeface="Arial"/>
              <a:buChar char="•"/>
            </a:pPr>
            <a:r>
              <a:rPr b="0" i="0" lang="ru" sz="1100" u="none" cap="none" strike="noStrike">
                <a:solidFill>
                  <a:srgbClr val="000000"/>
                </a:solidFill>
                <a:latin typeface="Poppins"/>
                <a:ea typeface="Poppins"/>
                <a:cs typeface="Poppins"/>
                <a:sym typeface="Poppins"/>
              </a:rPr>
              <a:t>Computational thinking</a:t>
            </a:r>
            <a:endParaRPr sz="700"/>
          </a:p>
          <a:p>
            <a:pPr indent="0" lvl="0" marL="0" marR="0" rtl="0" algn="l">
              <a:lnSpc>
                <a:spcPct val="140047"/>
              </a:lnSpc>
              <a:spcBef>
                <a:spcPts val="0"/>
              </a:spcBef>
              <a:spcAft>
                <a:spcPts val="0"/>
              </a:spcAft>
              <a:buNone/>
            </a:pPr>
            <a:r>
              <a:t/>
            </a:r>
            <a:endParaRPr b="0" i="0" sz="1100" u="none" cap="none" strike="noStrike">
              <a:solidFill>
                <a:srgbClr val="000000"/>
              </a:solidFill>
              <a:latin typeface="Poppins"/>
              <a:ea typeface="Poppins"/>
              <a:cs typeface="Poppins"/>
              <a:sym typeface="Poppins"/>
            </a:endParaRPr>
          </a:p>
        </p:txBody>
      </p:sp>
      <p:sp>
        <p:nvSpPr>
          <p:cNvPr id="327" name="Google Shape;327;p37"/>
          <p:cNvSpPr txBox="1"/>
          <p:nvPr/>
        </p:nvSpPr>
        <p:spPr>
          <a:xfrm>
            <a:off x="4504238" y="2483202"/>
            <a:ext cx="3832075" cy="1333170"/>
          </a:xfrm>
          <a:prstGeom prst="rect">
            <a:avLst/>
          </a:prstGeom>
          <a:noFill/>
          <a:ln>
            <a:noFill/>
          </a:ln>
        </p:spPr>
        <p:txBody>
          <a:bodyPr anchorCtr="0" anchor="t" bIns="0" lIns="0" spcFirstLastPara="1" rIns="0" wrap="square" tIns="0">
            <a:spAutoFit/>
          </a:bodyPr>
          <a:lstStyle/>
          <a:p>
            <a:pPr indent="0" lvl="0" marL="0" marR="0" rtl="0" algn="l">
              <a:lnSpc>
                <a:spcPct val="140041"/>
              </a:lnSpc>
              <a:spcBef>
                <a:spcPts val="0"/>
              </a:spcBef>
              <a:spcAft>
                <a:spcPts val="0"/>
              </a:spcAft>
              <a:buNone/>
            </a:pPr>
            <a:r>
              <a:rPr b="1" i="0" lang="ru" sz="1200" u="none" cap="none" strike="noStrike">
                <a:solidFill>
                  <a:srgbClr val="000000"/>
                </a:solidFill>
                <a:latin typeface="Poppins"/>
                <a:ea typeface="Poppins"/>
                <a:cs typeface="Poppins"/>
                <a:sym typeface="Poppins"/>
              </a:rPr>
              <a:t>This certification helped me:</a:t>
            </a:r>
            <a:endParaRPr sz="700"/>
          </a:p>
          <a:p>
            <a:pPr indent="-120650" lvl="1" marL="228600" marR="0" rtl="0" algn="l">
              <a:lnSpc>
                <a:spcPct val="140047"/>
              </a:lnSpc>
              <a:spcBef>
                <a:spcPts val="0"/>
              </a:spcBef>
              <a:spcAft>
                <a:spcPts val="0"/>
              </a:spcAft>
              <a:buClr>
                <a:srgbClr val="000000"/>
              </a:buClr>
              <a:buSzPts val="1100"/>
              <a:buFont typeface="Arial"/>
              <a:buChar char="•"/>
            </a:pPr>
            <a:r>
              <a:rPr b="0" i="0" lang="ru" sz="1100" u="none" cap="none" strike="noStrike">
                <a:solidFill>
                  <a:srgbClr val="000000"/>
                </a:solidFill>
                <a:latin typeface="Poppins"/>
                <a:ea typeface="Poppins"/>
                <a:cs typeface="Poppins"/>
                <a:sym typeface="Poppins"/>
              </a:rPr>
              <a:t>strengthen web development foundation</a:t>
            </a:r>
            <a:endParaRPr sz="700"/>
          </a:p>
          <a:p>
            <a:pPr indent="-120650" lvl="1" marL="228600" marR="0" rtl="0" algn="l">
              <a:lnSpc>
                <a:spcPct val="140047"/>
              </a:lnSpc>
              <a:spcBef>
                <a:spcPts val="0"/>
              </a:spcBef>
              <a:spcAft>
                <a:spcPts val="0"/>
              </a:spcAft>
              <a:buClr>
                <a:srgbClr val="000000"/>
              </a:buClr>
              <a:buSzPts val="1100"/>
              <a:buFont typeface="Arial"/>
              <a:buChar char="•"/>
            </a:pPr>
            <a:r>
              <a:rPr b="0" i="0" lang="ru" sz="1100" u="none" cap="none" strike="noStrike">
                <a:solidFill>
                  <a:srgbClr val="000000"/>
                </a:solidFill>
                <a:latin typeface="Poppins"/>
                <a:ea typeface="Poppins"/>
                <a:cs typeface="Poppins"/>
                <a:sym typeface="Poppins"/>
              </a:rPr>
              <a:t>build real working projects</a:t>
            </a:r>
            <a:endParaRPr sz="700"/>
          </a:p>
          <a:p>
            <a:pPr indent="-120650" lvl="1" marL="228600" marR="0" rtl="0" algn="l">
              <a:lnSpc>
                <a:spcPct val="140047"/>
              </a:lnSpc>
              <a:spcBef>
                <a:spcPts val="0"/>
              </a:spcBef>
              <a:spcAft>
                <a:spcPts val="0"/>
              </a:spcAft>
              <a:buClr>
                <a:srgbClr val="000000"/>
              </a:buClr>
              <a:buSzPts val="1100"/>
              <a:buFont typeface="Arial"/>
              <a:buChar char="•"/>
            </a:pPr>
            <a:r>
              <a:rPr b="0" i="0" lang="ru" sz="1100" u="none" cap="none" strike="noStrike">
                <a:solidFill>
                  <a:srgbClr val="000000"/>
                </a:solidFill>
                <a:latin typeface="Poppins"/>
                <a:ea typeface="Poppins"/>
                <a:cs typeface="Poppins"/>
                <a:sym typeface="Poppins"/>
              </a:rPr>
              <a:t>gain confidence in coding</a:t>
            </a:r>
            <a:endParaRPr sz="700"/>
          </a:p>
          <a:p>
            <a:pPr indent="-120650" lvl="1" marL="228600" marR="0" rtl="0" algn="l">
              <a:lnSpc>
                <a:spcPct val="140047"/>
              </a:lnSpc>
              <a:spcBef>
                <a:spcPts val="0"/>
              </a:spcBef>
              <a:spcAft>
                <a:spcPts val="0"/>
              </a:spcAft>
              <a:buClr>
                <a:srgbClr val="000000"/>
              </a:buClr>
              <a:buSzPts val="1100"/>
              <a:buFont typeface="Arial"/>
              <a:buChar char="•"/>
            </a:pPr>
            <a:r>
              <a:rPr b="0" i="0" lang="ru" sz="1100" u="none" cap="none" strike="noStrike">
                <a:solidFill>
                  <a:srgbClr val="000000"/>
                </a:solidFill>
                <a:latin typeface="Poppins"/>
                <a:ea typeface="Poppins"/>
                <a:cs typeface="Poppins"/>
                <a:sym typeface="Poppins"/>
              </a:rPr>
              <a:t>understand the logic behind programs</a:t>
            </a:r>
            <a:endParaRPr sz="700"/>
          </a:p>
          <a:p>
            <a:pPr indent="-120650" lvl="1" marL="228600" marR="0" rtl="0" algn="l">
              <a:lnSpc>
                <a:spcPct val="140047"/>
              </a:lnSpc>
              <a:spcBef>
                <a:spcPts val="0"/>
              </a:spcBef>
              <a:spcAft>
                <a:spcPts val="0"/>
              </a:spcAft>
              <a:buClr>
                <a:srgbClr val="000000"/>
              </a:buClr>
              <a:buSzPts val="1100"/>
              <a:buFont typeface="Arial"/>
              <a:buChar char="•"/>
            </a:pPr>
            <a:r>
              <a:rPr b="0" i="0" lang="ru" sz="1100" u="none" cap="none" strike="noStrike">
                <a:solidFill>
                  <a:srgbClr val="000000"/>
                </a:solidFill>
                <a:latin typeface="Poppins"/>
                <a:ea typeface="Poppins"/>
                <a:cs typeface="Poppins"/>
                <a:sym typeface="Poppins"/>
              </a:rPr>
              <a:t>start preparing for more advanced web courses</a:t>
            </a:r>
            <a:endParaRPr sz="700"/>
          </a:p>
          <a:p>
            <a:pPr indent="0" lvl="0" marL="0" marR="0" rtl="0" algn="l">
              <a:lnSpc>
                <a:spcPct val="140047"/>
              </a:lnSpc>
              <a:spcBef>
                <a:spcPts val="0"/>
              </a:spcBef>
              <a:spcAft>
                <a:spcPts val="0"/>
              </a:spcAft>
              <a:buNone/>
            </a:pPr>
            <a:r>
              <a:t/>
            </a:r>
            <a:endParaRPr b="0" i="0" sz="1100" u="none" cap="none" strike="noStrike">
              <a:solidFill>
                <a:srgbClr val="000000"/>
              </a:solidFill>
              <a:latin typeface="Poppins"/>
              <a:ea typeface="Poppins"/>
              <a:cs typeface="Poppins"/>
              <a:sym typeface="Poppins"/>
            </a:endParaRPr>
          </a:p>
        </p:txBody>
      </p:sp>
      <p:sp>
        <p:nvSpPr>
          <p:cNvPr id="328" name="Google Shape;328;p37"/>
          <p:cNvSpPr txBox="1"/>
          <p:nvPr/>
        </p:nvSpPr>
        <p:spPr>
          <a:xfrm>
            <a:off x="758736" y="985397"/>
            <a:ext cx="2428046" cy="1475648"/>
          </a:xfrm>
          <a:prstGeom prst="rect">
            <a:avLst/>
          </a:prstGeom>
          <a:noFill/>
          <a:ln>
            <a:noFill/>
          </a:ln>
        </p:spPr>
        <p:txBody>
          <a:bodyPr anchorCtr="0" anchor="t" bIns="0" lIns="0" spcFirstLastPara="1" rIns="0" wrap="square" tIns="0">
            <a:spAutoFit/>
          </a:bodyPr>
          <a:lstStyle/>
          <a:p>
            <a:pPr indent="0" lvl="0" marL="0" marR="0" rtl="0" algn="just">
              <a:lnSpc>
                <a:spcPct val="140009"/>
              </a:lnSpc>
              <a:spcBef>
                <a:spcPts val="0"/>
              </a:spcBef>
              <a:spcAft>
                <a:spcPts val="0"/>
              </a:spcAft>
              <a:buNone/>
            </a:pPr>
            <a:r>
              <a:rPr b="1" i="0" lang="ru" sz="1000" u="none" cap="none" strike="noStrike">
                <a:solidFill>
                  <a:srgbClr val="FFFFFF"/>
                </a:solidFill>
                <a:latin typeface="Poppins"/>
                <a:ea typeface="Poppins"/>
                <a:cs typeface="Poppins"/>
                <a:sym typeface="Poppins"/>
              </a:rPr>
              <a:t>Total Study Hours</a:t>
            </a:r>
            <a:endParaRPr sz="700"/>
          </a:p>
          <a:p>
            <a:pPr indent="0" lvl="0" marL="0" marR="0" rtl="0" algn="just">
              <a:lnSpc>
                <a:spcPct val="140010"/>
              </a:lnSpc>
              <a:spcBef>
                <a:spcPts val="0"/>
              </a:spcBef>
              <a:spcAft>
                <a:spcPts val="0"/>
              </a:spcAft>
              <a:buNone/>
            </a:pPr>
            <a:r>
              <a:rPr b="0" i="0" lang="ru" sz="900" u="none" cap="none" strike="noStrike">
                <a:solidFill>
                  <a:srgbClr val="FFFFFF"/>
                </a:solidFill>
                <a:latin typeface="Poppins"/>
                <a:ea typeface="Poppins"/>
                <a:cs typeface="Poppins"/>
                <a:sym typeface="Poppins"/>
              </a:rPr>
              <a:t>Total hours completed: 32 hours</a:t>
            </a:r>
            <a:endParaRPr sz="700"/>
          </a:p>
          <a:p>
            <a:pPr indent="0" lvl="0" marL="0" marR="0" rtl="0" algn="just">
              <a:lnSpc>
                <a:spcPct val="140010"/>
              </a:lnSpc>
              <a:spcBef>
                <a:spcPts val="0"/>
              </a:spcBef>
              <a:spcAft>
                <a:spcPts val="0"/>
              </a:spcAft>
              <a:buNone/>
            </a:pPr>
            <a:r>
              <a:rPr b="0" i="0" lang="ru" sz="900" u="none" cap="none" strike="noStrike">
                <a:solidFill>
                  <a:srgbClr val="FFFFFF"/>
                </a:solidFill>
                <a:latin typeface="Poppins"/>
                <a:ea typeface="Poppins"/>
                <a:cs typeface="Poppins"/>
                <a:sym typeface="Poppins"/>
              </a:rPr>
              <a:t> Breakdown:</a:t>
            </a:r>
            <a:endParaRPr sz="700"/>
          </a:p>
          <a:p>
            <a:pPr indent="-107950" lvl="1" marL="203200" marR="0" rtl="0" algn="just">
              <a:lnSpc>
                <a:spcPct val="140010"/>
              </a:lnSpc>
              <a:spcBef>
                <a:spcPts val="0"/>
              </a:spcBef>
              <a:spcAft>
                <a:spcPts val="0"/>
              </a:spcAft>
              <a:buClr>
                <a:srgbClr val="FFFFFF"/>
              </a:buClr>
              <a:buSzPts val="900"/>
              <a:buFont typeface="Arial"/>
              <a:buChar char="•"/>
            </a:pPr>
            <a:r>
              <a:rPr b="0" i="0" lang="ru" sz="900" u="none" cap="none" strike="noStrike">
                <a:solidFill>
                  <a:srgbClr val="FFFFFF"/>
                </a:solidFill>
                <a:latin typeface="Poppins"/>
                <a:ea typeface="Poppins"/>
                <a:cs typeface="Poppins"/>
                <a:sym typeface="Poppins"/>
              </a:rPr>
              <a:t>Module 1: 7 hours</a:t>
            </a:r>
            <a:endParaRPr sz="700"/>
          </a:p>
          <a:p>
            <a:pPr indent="-107950" lvl="1" marL="203200" marR="0" rtl="0" algn="just">
              <a:lnSpc>
                <a:spcPct val="140010"/>
              </a:lnSpc>
              <a:spcBef>
                <a:spcPts val="0"/>
              </a:spcBef>
              <a:spcAft>
                <a:spcPts val="0"/>
              </a:spcAft>
              <a:buClr>
                <a:srgbClr val="FFFFFF"/>
              </a:buClr>
              <a:buSzPts val="900"/>
              <a:buFont typeface="Arial"/>
              <a:buChar char="•"/>
            </a:pPr>
            <a:r>
              <a:rPr b="0" i="0" lang="ru" sz="900" u="none" cap="none" strike="noStrike">
                <a:solidFill>
                  <a:srgbClr val="FFFFFF"/>
                </a:solidFill>
                <a:latin typeface="Poppins"/>
                <a:ea typeface="Poppins"/>
                <a:cs typeface="Poppins"/>
                <a:sym typeface="Poppins"/>
              </a:rPr>
              <a:t>Module 2: 8 hours</a:t>
            </a:r>
            <a:endParaRPr sz="700"/>
          </a:p>
          <a:p>
            <a:pPr indent="-107950" lvl="1" marL="203200" marR="0" rtl="0" algn="just">
              <a:lnSpc>
                <a:spcPct val="140010"/>
              </a:lnSpc>
              <a:spcBef>
                <a:spcPts val="0"/>
              </a:spcBef>
              <a:spcAft>
                <a:spcPts val="0"/>
              </a:spcAft>
              <a:buClr>
                <a:srgbClr val="FFFFFF"/>
              </a:buClr>
              <a:buSzPts val="900"/>
              <a:buFont typeface="Arial"/>
              <a:buChar char="•"/>
            </a:pPr>
            <a:r>
              <a:rPr b="0" i="0" lang="ru" sz="900" u="none" cap="none" strike="noStrike">
                <a:solidFill>
                  <a:srgbClr val="FFFFFF"/>
                </a:solidFill>
                <a:latin typeface="Poppins"/>
                <a:ea typeface="Poppins"/>
                <a:cs typeface="Poppins"/>
                <a:sym typeface="Poppins"/>
              </a:rPr>
              <a:t>Module 3: 7 hours</a:t>
            </a:r>
            <a:endParaRPr sz="700"/>
          </a:p>
          <a:p>
            <a:pPr indent="-107950" lvl="1" marL="203200" marR="0" rtl="0" algn="just">
              <a:lnSpc>
                <a:spcPct val="140010"/>
              </a:lnSpc>
              <a:spcBef>
                <a:spcPts val="0"/>
              </a:spcBef>
              <a:spcAft>
                <a:spcPts val="0"/>
              </a:spcAft>
              <a:buClr>
                <a:srgbClr val="FFFFFF"/>
              </a:buClr>
              <a:buSzPts val="900"/>
              <a:buFont typeface="Arial"/>
              <a:buChar char="•"/>
            </a:pPr>
            <a:r>
              <a:rPr b="0" i="0" lang="ru" sz="900" u="none" cap="none" strike="noStrike">
                <a:solidFill>
                  <a:srgbClr val="FFFFFF"/>
                </a:solidFill>
                <a:latin typeface="Poppins"/>
                <a:ea typeface="Poppins"/>
                <a:cs typeface="Poppins"/>
                <a:sym typeface="Poppins"/>
              </a:rPr>
              <a:t>Module 4: 10 hours</a:t>
            </a:r>
            <a:endParaRPr sz="700"/>
          </a:p>
          <a:p>
            <a:pPr indent="0" lvl="0" marL="0" marR="0" rtl="0" algn="just">
              <a:lnSpc>
                <a:spcPct val="140010"/>
              </a:lnSpc>
              <a:spcBef>
                <a:spcPts val="0"/>
              </a:spcBef>
              <a:spcAft>
                <a:spcPts val="0"/>
              </a:spcAft>
              <a:buNone/>
            </a:pPr>
            <a:r>
              <a:t/>
            </a:r>
            <a:endParaRPr b="0" i="0" sz="900" u="none" cap="none" strike="noStrike">
              <a:solidFill>
                <a:srgbClr val="FFFFFF"/>
              </a:solidFill>
              <a:latin typeface="Poppins"/>
              <a:ea typeface="Poppins"/>
              <a:cs typeface="Poppins"/>
              <a:sym typeface="Poppins"/>
            </a:endParaRPr>
          </a:p>
          <a:p>
            <a:pPr indent="0" lvl="0" marL="0" marR="0" rtl="0" algn="just">
              <a:lnSpc>
                <a:spcPct val="140010"/>
              </a:lnSpc>
              <a:spcBef>
                <a:spcPts val="0"/>
              </a:spcBef>
              <a:spcAft>
                <a:spcPts val="0"/>
              </a:spcAft>
              <a:buNone/>
            </a:pPr>
            <a:r>
              <a:t/>
            </a:r>
            <a:endParaRPr b="0" i="0" sz="900" u="none" cap="none" strike="noStrike">
              <a:solidFill>
                <a:srgbClr val="FFFFFF"/>
              </a:solidFill>
              <a:latin typeface="Poppins"/>
              <a:ea typeface="Poppins"/>
              <a:cs typeface="Poppins"/>
              <a:sym typeface="Poppins"/>
            </a:endParaRPr>
          </a:p>
        </p:txBody>
      </p:sp>
      <p:sp>
        <p:nvSpPr>
          <p:cNvPr id="329" name="Google Shape;329;p37"/>
          <p:cNvSpPr txBox="1"/>
          <p:nvPr/>
        </p:nvSpPr>
        <p:spPr>
          <a:xfrm>
            <a:off x="3488524" y="950736"/>
            <a:ext cx="819418" cy="667989"/>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b="0" i="0" lang="ru" sz="3900" u="none" cap="none" strike="noStrike">
                <a:solidFill>
                  <a:srgbClr val="000000"/>
                </a:solidFill>
                <a:latin typeface="League Spartan"/>
                <a:ea typeface="League Spartan"/>
                <a:cs typeface="League Spartan"/>
                <a:sym typeface="League Spartan"/>
              </a:rPr>
              <a:t>1</a:t>
            </a:r>
            <a:endParaRPr sz="700"/>
          </a:p>
        </p:txBody>
      </p:sp>
      <p:sp>
        <p:nvSpPr>
          <p:cNvPr id="330" name="Google Shape;330;p37"/>
          <p:cNvSpPr txBox="1"/>
          <p:nvPr/>
        </p:nvSpPr>
        <p:spPr>
          <a:xfrm>
            <a:off x="3488524" y="2247743"/>
            <a:ext cx="819418" cy="667988"/>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b="1" i="0" lang="ru" sz="3900" u="none" cap="none" strike="noStrike">
                <a:solidFill>
                  <a:srgbClr val="000000"/>
                </a:solidFill>
                <a:latin typeface="League Spartan"/>
                <a:ea typeface="League Spartan"/>
                <a:cs typeface="League Spartan"/>
                <a:sym typeface="League Spartan"/>
              </a:rPr>
              <a:t>2</a:t>
            </a:r>
            <a:endParaRPr sz="700"/>
          </a:p>
        </p:txBody>
      </p:sp>
      <p:sp>
        <p:nvSpPr>
          <p:cNvPr id="331" name="Google Shape;331;p37"/>
          <p:cNvSpPr txBox="1"/>
          <p:nvPr/>
        </p:nvSpPr>
        <p:spPr>
          <a:xfrm>
            <a:off x="3488524" y="3548866"/>
            <a:ext cx="819418" cy="667989"/>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b="0" i="0" lang="ru" sz="3900" u="none" cap="none" strike="noStrike">
                <a:solidFill>
                  <a:srgbClr val="000000"/>
                </a:solidFill>
                <a:latin typeface="League Spartan"/>
                <a:ea typeface="League Spartan"/>
                <a:cs typeface="League Spartan"/>
                <a:sym typeface="League Spartan"/>
              </a:rPr>
              <a:t>3</a:t>
            </a:r>
            <a:endParaRPr sz="700"/>
          </a:p>
        </p:txBody>
      </p:sp>
      <p:sp>
        <p:nvSpPr>
          <p:cNvPr id="332" name="Google Shape;332;p37"/>
          <p:cNvSpPr txBox="1"/>
          <p:nvPr/>
        </p:nvSpPr>
        <p:spPr>
          <a:xfrm>
            <a:off x="571708" y="2780086"/>
            <a:ext cx="2916816" cy="1223236"/>
          </a:xfrm>
          <a:prstGeom prst="rect">
            <a:avLst/>
          </a:prstGeom>
          <a:noFill/>
          <a:ln>
            <a:noFill/>
          </a:ln>
        </p:spPr>
        <p:txBody>
          <a:bodyPr anchorCtr="0" anchor="t" bIns="0" lIns="0" spcFirstLastPara="1" rIns="0" wrap="square" tIns="0">
            <a:spAutoFit/>
          </a:bodyPr>
          <a:lstStyle/>
          <a:p>
            <a:pPr indent="0" lvl="0" marL="0" marR="0" rtl="0" algn="just">
              <a:lnSpc>
                <a:spcPct val="140009"/>
              </a:lnSpc>
              <a:spcBef>
                <a:spcPts val="0"/>
              </a:spcBef>
              <a:spcAft>
                <a:spcPts val="0"/>
              </a:spcAft>
              <a:buNone/>
            </a:pPr>
            <a:r>
              <a:rPr b="1" i="0" lang="ru" sz="1000" u="none" cap="none" strike="noStrike">
                <a:solidFill>
                  <a:srgbClr val="FFFFFF"/>
                </a:solidFill>
                <a:latin typeface="Poppins"/>
                <a:ea typeface="Poppins"/>
                <a:cs typeface="Poppins"/>
                <a:sym typeface="Poppins"/>
              </a:rPr>
              <a:t>How This Certification Helps My Career</a:t>
            </a:r>
            <a:endParaRPr sz="700"/>
          </a:p>
          <a:p>
            <a:pPr indent="0" lvl="0" marL="0" marR="0" rtl="0" algn="just">
              <a:lnSpc>
                <a:spcPct val="140009"/>
              </a:lnSpc>
              <a:spcBef>
                <a:spcPts val="0"/>
              </a:spcBef>
              <a:spcAft>
                <a:spcPts val="0"/>
              </a:spcAft>
              <a:buNone/>
            </a:pPr>
            <a:r>
              <a:rPr b="0" i="0" lang="ru" sz="1000" u="none" cap="none" strike="noStrike">
                <a:solidFill>
                  <a:srgbClr val="FFFFFF"/>
                </a:solidFill>
                <a:latin typeface="Poppins"/>
                <a:ea typeface="Poppins"/>
                <a:cs typeface="Poppins"/>
                <a:sym typeface="Poppins"/>
              </a:rPr>
              <a:t>This program supports my development as:</a:t>
            </a:r>
            <a:endParaRPr sz="700"/>
          </a:p>
          <a:p>
            <a:pPr indent="-101600" lvl="1" marL="215900" marR="0" rtl="0" algn="just">
              <a:lnSpc>
                <a:spcPct val="140009"/>
              </a:lnSpc>
              <a:spcBef>
                <a:spcPts val="0"/>
              </a:spcBef>
              <a:spcAft>
                <a:spcPts val="0"/>
              </a:spcAft>
              <a:buClr>
                <a:srgbClr val="FFFFFF"/>
              </a:buClr>
              <a:buSzPts val="1000"/>
              <a:buFont typeface="Arial"/>
              <a:buChar char="•"/>
            </a:pPr>
            <a:r>
              <a:rPr b="0" i="0" lang="ru" sz="1000" u="none" cap="none" strike="noStrike">
                <a:solidFill>
                  <a:srgbClr val="FFFFFF"/>
                </a:solidFill>
                <a:latin typeface="Poppins"/>
                <a:ea typeface="Poppins"/>
                <a:cs typeface="Poppins"/>
                <a:sym typeface="Poppins"/>
              </a:rPr>
              <a:t>a future frontend developer</a:t>
            </a:r>
            <a:endParaRPr sz="700"/>
          </a:p>
          <a:p>
            <a:pPr indent="-101600" lvl="1" marL="215900" marR="0" rtl="0" algn="just">
              <a:lnSpc>
                <a:spcPct val="140009"/>
              </a:lnSpc>
              <a:spcBef>
                <a:spcPts val="0"/>
              </a:spcBef>
              <a:spcAft>
                <a:spcPts val="0"/>
              </a:spcAft>
              <a:buClr>
                <a:srgbClr val="FFFFFF"/>
              </a:buClr>
              <a:buSzPts val="1000"/>
              <a:buFont typeface="Arial"/>
              <a:buChar char="•"/>
            </a:pPr>
            <a:r>
              <a:rPr b="0" i="0" lang="ru" sz="1000" u="none" cap="none" strike="noStrike">
                <a:solidFill>
                  <a:srgbClr val="FFFFFF"/>
                </a:solidFill>
                <a:latin typeface="Poppins"/>
                <a:ea typeface="Poppins"/>
                <a:cs typeface="Poppins"/>
                <a:sym typeface="Poppins"/>
              </a:rPr>
              <a:t>a UI/UX-focused developer</a:t>
            </a:r>
            <a:endParaRPr sz="700"/>
          </a:p>
          <a:p>
            <a:pPr indent="-101600" lvl="1" marL="215900" marR="0" rtl="0" algn="just">
              <a:lnSpc>
                <a:spcPct val="140009"/>
              </a:lnSpc>
              <a:spcBef>
                <a:spcPts val="0"/>
              </a:spcBef>
              <a:spcAft>
                <a:spcPts val="0"/>
              </a:spcAft>
              <a:buClr>
                <a:srgbClr val="FFFFFF"/>
              </a:buClr>
              <a:buSzPts val="1000"/>
              <a:buFont typeface="Arial"/>
              <a:buChar char="•"/>
            </a:pPr>
            <a:r>
              <a:rPr b="0" i="0" lang="ru" sz="1000" u="none" cap="none" strike="noStrike">
                <a:solidFill>
                  <a:srgbClr val="FFFFFF"/>
                </a:solidFill>
                <a:latin typeface="Poppins"/>
                <a:ea typeface="Poppins"/>
                <a:cs typeface="Poppins"/>
                <a:sym typeface="Poppins"/>
              </a:rPr>
              <a:t>a beginner JS programmer</a:t>
            </a:r>
            <a:endParaRPr sz="700"/>
          </a:p>
          <a:p>
            <a:pPr indent="-101600" lvl="1" marL="215900" marR="0" rtl="0" algn="just">
              <a:lnSpc>
                <a:spcPct val="140009"/>
              </a:lnSpc>
              <a:spcBef>
                <a:spcPts val="0"/>
              </a:spcBef>
              <a:spcAft>
                <a:spcPts val="0"/>
              </a:spcAft>
              <a:buClr>
                <a:srgbClr val="FFFFFF"/>
              </a:buClr>
              <a:buSzPts val="1000"/>
              <a:buFont typeface="Arial"/>
              <a:buChar char="•"/>
            </a:pPr>
            <a:r>
              <a:rPr b="0" i="0" lang="ru" sz="1000" u="none" cap="none" strike="noStrike">
                <a:solidFill>
                  <a:srgbClr val="FFFFFF"/>
                </a:solidFill>
                <a:latin typeface="Poppins"/>
                <a:ea typeface="Poppins"/>
                <a:cs typeface="Poppins"/>
                <a:sym typeface="Poppins"/>
              </a:rPr>
              <a:t>a student building portfolio projects</a:t>
            </a:r>
            <a:endParaRPr sz="700"/>
          </a:p>
          <a:p>
            <a:pPr indent="0" lvl="0" marL="0" marR="0" rtl="0" algn="just">
              <a:lnSpc>
                <a:spcPct val="126230"/>
              </a:lnSpc>
              <a:spcBef>
                <a:spcPts val="0"/>
              </a:spcBef>
              <a:spcAft>
                <a:spcPts val="0"/>
              </a:spcAft>
              <a:buNone/>
            </a:pPr>
            <a:r>
              <a:t/>
            </a:r>
            <a:endParaRPr b="0" i="0" sz="1000" u="none" cap="none" strike="noStrike">
              <a:solidFill>
                <a:srgbClr val="FFFFFF"/>
              </a:solidFill>
              <a:latin typeface="Poppins"/>
              <a:ea typeface="Poppins"/>
              <a:cs typeface="Poppins"/>
              <a:sym typeface="Poppi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38"/>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grpSp>
        <p:nvGrpSpPr>
          <p:cNvPr id="338" name="Google Shape;338;p38"/>
          <p:cNvGrpSpPr/>
          <p:nvPr/>
        </p:nvGrpSpPr>
        <p:grpSpPr>
          <a:xfrm>
            <a:off x="514350" y="4408563"/>
            <a:ext cx="1257300" cy="220587"/>
            <a:chOff x="0" y="-47625"/>
            <a:chExt cx="662281" cy="116195"/>
          </a:xfrm>
        </p:grpSpPr>
        <p:sp>
          <p:nvSpPr>
            <p:cNvPr id="339" name="Google Shape;339;p38"/>
            <p:cNvSpPr/>
            <p:nvPr/>
          </p:nvSpPr>
          <p:spPr>
            <a:xfrm>
              <a:off x="0" y="0"/>
              <a:ext cx="662281" cy="68570"/>
            </a:xfrm>
            <a:custGeom>
              <a:rect b="b" l="l" r="r" t="t"/>
              <a:pathLst>
                <a:path extrusionOk="0" h="68570" w="662281">
                  <a:moveTo>
                    <a:pt x="0" y="0"/>
                  </a:moveTo>
                  <a:lnTo>
                    <a:pt x="662281" y="0"/>
                  </a:lnTo>
                  <a:lnTo>
                    <a:pt x="662281" y="68570"/>
                  </a:lnTo>
                  <a:lnTo>
                    <a:pt x="0" y="68570"/>
                  </a:lnTo>
                  <a:close/>
                </a:path>
              </a:pathLst>
            </a:custGeom>
            <a:solidFill>
              <a:srgbClr val="004AAD"/>
            </a:solidFill>
            <a:ln>
              <a:noFill/>
            </a:ln>
          </p:spPr>
        </p:sp>
        <p:sp>
          <p:nvSpPr>
            <p:cNvPr id="340" name="Google Shape;340;p38"/>
            <p:cNvSpPr txBox="1"/>
            <p:nvPr/>
          </p:nvSpPr>
          <p:spPr>
            <a:xfrm>
              <a:off x="0" y="-47625"/>
              <a:ext cx="662281" cy="116195"/>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341" name="Google Shape;341;p38"/>
          <p:cNvGrpSpPr/>
          <p:nvPr/>
        </p:nvGrpSpPr>
        <p:grpSpPr>
          <a:xfrm>
            <a:off x="4883400" y="1229308"/>
            <a:ext cx="3241334" cy="2888384"/>
            <a:chOff x="0" y="-47625"/>
            <a:chExt cx="1707369" cy="1521453"/>
          </a:xfrm>
        </p:grpSpPr>
        <p:sp>
          <p:nvSpPr>
            <p:cNvPr id="342" name="Google Shape;342;p38"/>
            <p:cNvSpPr/>
            <p:nvPr/>
          </p:nvSpPr>
          <p:spPr>
            <a:xfrm>
              <a:off x="0" y="0"/>
              <a:ext cx="1707369" cy="1473828"/>
            </a:xfrm>
            <a:custGeom>
              <a:rect b="b" l="l" r="r" t="t"/>
              <a:pathLst>
                <a:path extrusionOk="0" h="1473828" w="1707369">
                  <a:moveTo>
                    <a:pt x="60907" y="0"/>
                  </a:moveTo>
                  <a:lnTo>
                    <a:pt x="1646463" y="0"/>
                  </a:lnTo>
                  <a:cubicBezTo>
                    <a:pt x="1680101" y="0"/>
                    <a:pt x="1707369" y="27269"/>
                    <a:pt x="1707369" y="60907"/>
                  </a:cubicBezTo>
                  <a:lnTo>
                    <a:pt x="1707369" y="1412922"/>
                  </a:lnTo>
                  <a:cubicBezTo>
                    <a:pt x="1707369" y="1446559"/>
                    <a:pt x="1680101" y="1473828"/>
                    <a:pt x="1646463" y="1473828"/>
                  </a:cubicBezTo>
                  <a:lnTo>
                    <a:pt x="60907" y="1473828"/>
                  </a:lnTo>
                  <a:cubicBezTo>
                    <a:pt x="27269" y="1473828"/>
                    <a:pt x="0" y="1446559"/>
                    <a:pt x="0" y="1412922"/>
                  </a:cubicBezTo>
                  <a:lnTo>
                    <a:pt x="0" y="60907"/>
                  </a:lnTo>
                  <a:cubicBezTo>
                    <a:pt x="0" y="27269"/>
                    <a:pt x="27269" y="0"/>
                    <a:pt x="60907" y="0"/>
                  </a:cubicBezTo>
                  <a:close/>
                </a:path>
              </a:pathLst>
            </a:custGeom>
            <a:solidFill>
              <a:srgbClr val="004AA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43" name="Google Shape;343;p38"/>
            <p:cNvSpPr txBox="1"/>
            <p:nvPr/>
          </p:nvSpPr>
          <p:spPr>
            <a:xfrm>
              <a:off x="0" y="-47625"/>
              <a:ext cx="1707369" cy="1521453"/>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344" name="Google Shape;344;p38"/>
          <p:cNvSpPr/>
          <p:nvPr/>
        </p:nvSpPr>
        <p:spPr>
          <a:xfrm>
            <a:off x="4817073" y="1264034"/>
            <a:ext cx="3721769" cy="2909347"/>
          </a:xfrm>
          <a:custGeom>
            <a:rect b="b" l="l" r="r" t="t"/>
            <a:pathLst>
              <a:path extrusionOk="0" h="5818694" w="7443537">
                <a:moveTo>
                  <a:pt x="0" y="0"/>
                </a:moveTo>
                <a:lnTo>
                  <a:pt x="7443538" y="0"/>
                </a:lnTo>
                <a:lnTo>
                  <a:pt x="7443538" y="5818694"/>
                </a:lnTo>
                <a:lnTo>
                  <a:pt x="0" y="5818694"/>
                </a:lnTo>
                <a:lnTo>
                  <a:pt x="0" y="0"/>
                </a:lnTo>
                <a:close/>
              </a:path>
            </a:pathLst>
          </a:custGeom>
          <a:blipFill rotWithShape="1">
            <a:blip r:embed="rId4">
              <a:alphaModFix/>
            </a:blip>
            <a:stretch>
              <a:fillRect b="0" l="0" r="0" t="0"/>
            </a:stretch>
          </a:blipFill>
          <a:ln>
            <a:noFill/>
          </a:ln>
        </p:spPr>
      </p:sp>
      <p:sp>
        <p:nvSpPr>
          <p:cNvPr id="345" name="Google Shape;345;p38"/>
          <p:cNvSpPr txBox="1"/>
          <p:nvPr/>
        </p:nvSpPr>
        <p:spPr>
          <a:xfrm>
            <a:off x="1223610" y="634119"/>
            <a:ext cx="2949175" cy="456458"/>
          </a:xfrm>
          <a:prstGeom prst="rect">
            <a:avLst/>
          </a:prstGeom>
          <a:noFill/>
          <a:ln>
            <a:noFill/>
          </a:ln>
        </p:spPr>
        <p:txBody>
          <a:bodyPr anchorCtr="0" anchor="t" bIns="0" lIns="0" spcFirstLastPara="1" rIns="0" wrap="square" tIns="0">
            <a:spAutoFit/>
          </a:bodyPr>
          <a:lstStyle/>
          <a:p>
            <a:pPr indent="0" lvl="0" marL="0" marR="0" rtl="0" algn="l">
              <a:lnSpc>
                <a:spcPct val="139996"/>
              </a:lnSpc>
              <a:spcBef>
                <a:spcPts val="0"/>
              </a:spcBef>
              <a:spcAft>
                <a:spcPts val="0"/>
              </a:spcAft>
              <a:buNone/>
            </a:pPr>
            <a:r>
              <a:rPr b="1" i="0" lang="ru" sz="2700" u="none" cap="none" strike="noStrike">
                <a:solidFill>
                  <a:srgbClr val="004AAD"/>
                </a:solidFill>
                <a:latin typeface="League Spartan"/>
                <a:ea typeface="League Spartan"/>
                <a:cs typeface="League Spartan"/>
                <a:sym typeface="League Spartan"/>
              </a:rPr>
              <a:t>CONCLUSION</a:t>
            </a:r>
            <a:endParaRPr sz="700"/>
          </a:p>
        </p:txBody>
      </p:sp>
      <p:sp>
        <p:nvSpPr>
          <p:cNvPr id="346" name="Google Shape;346;p38"/>
          <p:cNvSpPr txBox="1"/>
          <p:nvPr/>
        </p:nvSpPr>
        <p:spPr>
          <a:xfrm>
            <a:off x="685367" y="1535118"/>
            <a:ext cx="3886633" cy="2044688"/>
          </a:xfrm>
          <a:prstGeom prst="rect">
            <a:avLst/>
          </a:prstGeom>
          <a:noFill/>
          <a:ln>
            <a:noFill/>
          </a:ln>
        </p:spPr>
        <p:txBody>
          <a:bodyPr anchorCtr="0" anchor="t" bIns="0" lIns="0" spcFirstLastPara="1" rIns="0" wrap="square" tIns="0">
            <a:spAutoFit/>
          </a:bodyPr>
          <a:lstStyle/>
          <a:p>
            <a:pPr indent="0" lvl="0" marL="0" marR="0" rtl="0" algn="l">
              <a:lnSpc>
                <a:spcPct val="140047"/>
              </a:lnSpc>
              <a:spcBef>
                <a:spcPts val="0"/>
              </a:spcBef>
              <a:spcAft>
                <a:spcPts val="0"/>
              </a:spcAft>
              <a:buNone/>
            </a:pPr>
            <a:r>
              <a:rPr b="0" i="0" lang="ru" sz="1100" u="none" cap="none" strike="noStrike">
                <a:solidFill>
                  <a:srgbClr val="000000"/>
                </a:solidFill>
                <a:latin typeface="Poppins"/>
                <a:ea typeface="Poppins"/>
                <a:cs typeface="Poppins"/>
                <a:sym typeface="Poppins"/>
              </a:rPr>
              <a:t>This certification was truly valuable for me because it:</a:t>
            </a:r>
            <a:endParaRPr sz="700"/>
          </a:p>
          <a:p>
            <a:pPr indent="-120650" lvl="1" marL="228600" marR="0" rtl="0" algn="l">
              <a:lnSpc>
                <a:spcPct val="140047"/>
              </a:lnSpc>
              <a:spcBef>
                <a:spcPts val="0"/>
              </a:spcBef>
              <a:spcAft>
                <a:spcPts val="0"/>
              </a:spcAft>
              <a:buClr>
                <a:srgbClr val="000000"/>
              </a:buClr>
              <a:buSzPts val="1100"/>
              <a:buFont typeface="Arial"/>
              <a:buChar char="•"/>
            </a:pPr>
            <a:r>
              <a:rPr b="0" i="0" lang="ru" sz="1100" u="none" cap="none" strike="noStrike">
                <a:solidFill>
                  <a:srgbClr val="000000"/>
                </a:solidFill>
                <a:latin typeface="Poppins"/>
                <a:ea typeface="Poppins"/>
                <a:cs typeface="Poppins"/>
                <a:sym typeface="Poppins"/>
              </a:rPr>
              <a:t>taught me how to build complete webpages from scratch;</a:t>
            </a:r>
            <a:endParaRPr sz="700"/>
          </a:p>
          <a:p>
            <a:pPr indent="-120650" lvl="1" marL="228600" marR="0" rtl="0" algn="l">
              <a:lnSpc>
                <a:spcPct val="140047"/>
              </a:lnSpc>
              <a:spcBef>
                <a:spcPts val="0"/>
              </a:spcBef>
              <a:spcAft>
                <a:spcPts val="0"/>
              </a:spcAft>
              <a:buClr>
                <a:srgbClr val="000000"/>
              </a:buClr>
              <a:buSzPts val="1100"/>
              <a:buFont typeface="Arial"/>
              <a:buChar char="•"/>
            </a:pPr>
            <a:r>
              <a:rPr b="0" i="0" lang="ru" sz="1100" u="none" cap="none" strike="noStrike">
                <a:solidFill>
                  <a:srgbClr val="000000"/>
                </a:solidFill>
                <a:latin typeface="Poppins"/>
                <a:ea typeface="Poppins"/>
                <a:cs typeface="Poppins"/>
                <a:sym typeface="Poppins"/>
              </a:rPr>
              <a:t>improved my logical thinking in JavaScript;</a:t>
            </a:r>
            <a:endParaRPr sz="700"/>
          </a:p>
          <a:p>
            <a:pPr indent="-120650" lvl="1" marL="228600" marR="0" rtl="0" algn="l">
              <a:lnSpc>
                <a:spcPct val="140047"/>
              </a:lnSpc>
              <a:spcBef>
                <a:spcPts val="0"/>
              </a:spcBef>
              <a:spcAft>
                <a:spcPts val="0"/>
              </a:spcAft>
              <a:buClr>
                <a:srgbClr val="000000"/>
              </a:buClr>
              <a:buSzPts val="1100"/>
              <a:buFont typeface="Arial"/>
              <a:buChar char="•"/>
            </a:pPr>
            <a:r>
              <a:rPr b="0" i="0" lang="ru" sz="1100" u="none" cap="none" strike="noStrike">
                <a:solidFill>
                  <a:srgbClr val="000000"/>
                </a:solidFill>
                <a:latin typeface="Poppins"/>
                <a:ea typeface="Poppins"/>
                <a:cs typeface="Poppins"/>
                <a:sym typeface="Poppins"/>
              </a:rPr>
              <a:t>strengthened my understanding of computational thinking;</a:t>
            </a:r>
            <a:endParaRPr sz="700"/>
          </a:p>
          <a:p>
            <a:pPr indent="-120650" lvl="1" marL="228600" marR="0" rtl="0" algn="l">
              <a:lnSpc>
                <a:spcPct val="140047"/>
              </a:lnSpc>
              <a:spcBef>
                <a:spcPts val="0"/>
              </a:spcBef>
              <a:spcAft>
                <a:spcPts val="0"/>
              </a:spcAft>
              <a:buClr>
                <a:srgbClr val="000000"/>
              </a:buClr>
              <a:buSzPts val="1100"/>
              <a:buFont typeface="Arial"/>
              <a:buChar char="•"/>
            </a:pPr>
            <a:r>
              <a:rPr b="0" i="0" lang="ru" sz="1100" u="none" cap="none" strike="noStrike">
                <a:solidFill>
                  <a:srgbClr val="000000"/>
                </a:solidFill>
                <a:latin typeface="Poppins"/>
                <a:ea typeface="Poppins"/>
                <a:cs typeface="Poppins"/>
                <a:sym typeface="Poppins"/>
              </a:rPr>
              <a:t>enhanced my skills for future IT and programming courses.</a:t>
            </a:r>
            <a:endParaRPr sz="700"/>
          </a:p>
          <a:p>
            <a:pPr indent="0" lvl="0" marL="0" marR="0" rtl="0" algn="l">
              <a:lnSpc>
                <a:spcPct val="140047"/>
              </a:lnSpc>
              <a:spcBef>
                <a:spcPts val="0"/>
              </a:spcBef>
              <a:spcAft>
                <a:spcPts val="0"/>
              </a:spcAft>
              <a:buNone/>
            </a:pPr>
            <a:r>
              <a:rPr b="0" i="0" lang="ru" sz="1100" u="none" cap="none" strike="noStrike">
                <a:solidFill>
                  <a:srgbClr val="000000"/>
                </a:solidFill>
                <a:latin typeface="Poppins"/>
                <a:ea typeface="Poppins"/>
                <a:cs typeface="Poppins"/>
                <a:sym typeface="Poppins"/>
              </a:rPr>
              <a:t>I highly recommend this course to all beginners who want to build a strong foundation in web development.</a:t>
            </a:r>
            <a:endParaRPr sz="700"/>
          </a:p>
          <a:p>
            <a:pPr indent="0" lvl="0" marL="0" marR="0" rtl="0" algn="l">
              <a:lnSpc>
                <a:spcPct val="140047"/>
              </a:lnSpc>
              <a:spcBef>
                <a:spcPts val="0"/>
              </a:spcBef>
              <a:spcAft>
                <a:spcPts val="0"/>
              </a:spcAft>
              <a:buNone/>
            </a:pPr>
            <a:r>
              <a:t/>
            </a:r>
            <a:endParaRPr b="0" i="0" sz="1100" u="none" cap="none" strike="noStrike">
              <a:solidFill>
                <a:srgbClr val="000000"/>
              </a:solidFill>
              <a:latin typeface="Poppins"/>
              <a:ea typeface="Poppins"/>
              <a:cs typeface="Poppins"/>
              <a:sym typeface="Poppi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39"/>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grpSp>
        <p:nvGrpSpPr>
          <p:cNvPr id="352" name="Google Shape;352;p39"/>
          <p:cNvGrpSpPr/>
          <p:nvPr/>
        </p:nvGrpSpPr>
        <p:grpSpPr>
          <a:xfrm>
            <a:off x="-565150" y="1866131"/>
            <a:ext cx="1543050" cy="1248493"/>
            <a:chOff x="0" y="-85725"/>
            <a:chExt cx="812800" cy="657642"/>
          </a:xfrm>
        </p:grpSpPr>
        <p:sp>
          <p:nvSpPr>
            <p:cNvPr id="353" name="Google Shape;353;p39"/>
            <p:cNvSpPr/>
            <p:nvPr/>
          </p:nvSpPr>
          <p:spPr>
            <a:xfrm>
              <a:off x="0" y="0"/>
              <a:ext cx="812800" cy="571917"/>
            </a:xfrm>
            <a:custGeom>
              <a:rect b="b" l="l" r="r" t="t"/>
              <a:pathLst>
                <a:path extrusionOk="0"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54" name="Google Shape;354;p39"/>
            <p:cNvSpPr txBox="1"/>
            <p:nvPr/>
          </p:nvSpPr>
          <p:spPr>
            <a:xfrm>
              <a:off x="0" y="-85725"/>
              <a:ext cx="812800" cy="657642"/>
            </a:xfrm>
            <a:prstGeom prst="rect">
              <a:avLst/>
            </a:prstGeom>
            <a:noFill/>
            <a:ln>
              <a:noFill/>
            </a:ln>
          </p:spPr>
          <p:txBody>
            <a:bodyPr anchorCtr="0" anchor="ctr" bIns="25400" lIns="25400" spcFirstLastPara="1" rIns="25400" wrap="square" tIns="25400">
              <a:noAutofit/>
            </a:bodyPr>
            <a:lstStyle/>
            <a:p>
              <a:pPr indent="0" lvl="0" marL="0" marR="0" rtl="0" algn="ctr">
                <a:lnSpc>
                  <a:spcPct val="349944"/>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355" name="Google Shape;355;p39"/>
          <p:cNvGrpSpPr/>
          <p:nvPr/>
        </p:nvGrpSpPr>
        <p:grpSpPr>
          <a:xfrm>
            <a:off x="8233672" y="1866131"/>
            <a:ext cx="1543050" cy="1248493"/>
            <a:chOff x="0" y="-85725"/>
            <a:chExt cx="812800" cy="657642"/>
          </a:xfrm>
        </p:grpSpPr>
        <p:sp>
          <p:nvSpPr>
            <p:cNvPr id="356" name="Google Shape;356;p39"/>
            <p:cNvSpPr/>
            <p:nvPr/>
          </p:nvSpPr>
          <p:spPr>
            <a:xfrm>
              <a:off x="0" y="0"/>
              <a:ext cx="812800" cy="571917"/>
            </a:xfrm>
            <a:custGeom>
              <a:rect b="b" l="l" r="r" t="t"/>
              <a:pathLst>
                <a:path extrusionOk="0"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57" name="Google Shape;357;p39"/>
            <p:cNvSpPr txBox="1"/>
            <p:nvPr/>
          </p:nvSpPr>
          <p:spPr>
            <a:xfrm>
              <a:off x="0" y="-85725"/>
              <a:ext cx="812800" cy="657642"/>
            </a:xfrm>
            <a:prstGeom prst="rect">
              <a:avLst/>
            </a:prstGeom>
            <a:noFill/>
            <a:ln>
              <a:noFill/>
            </a:ln>
          </p:spPr>
          <p:txBody>
            <a:bodyPr anchorCtr="0" anchor="ctr" bIns="25400" lIns="25400" spcFirstLastPara="1" rIns="25400" wrap="square" tIns="25400">
              <a:noAutofit/>
            </a:bodyPr>
            <a:lstStyle/>
            <a:p>
              <a:pPr indent="0" lvl="0" marL="0" marR="0" rtl="0" algn="ctr">
                <a:lnSpc>
                  <a:spcPct val="349944"/>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358" name="Google Shape;358;p39"/>
          <p:cNvSpPr/>
          <p:nvPr/>
        </p:nvSpPr>
        <p:spPr>
          <a:xfrm>
            <a:off x="514350" y="461956"/>
            <a:ext cx="2186155" cy="718699"/>
          </a:xfrm>
          <a:custGeom>
            <a:rect b="b" l="l" r="r" t="t"/>
            <a:pathLst>
              <a:path extrusionOk="0" h="1437397" w="4372309">
                <a:moveTo>
                  <a:pt x="0" y="0"/>
                </a:moveTo>
                <a:lnTo>
                  <a:pt x="4372309" y="0"/>
                </a:lnTo>
                <a:lnTo>
                  <a:pt x="4372309" y="1437396"/>
                </a:lnTo>
                <a:lnTo>
                  <a:pt x="0" y="1437396"/>
                </a:lnTo>
                <a:lnTo>
                  <a:pt x="0" y="0"/>
                </a:lnTo>
                <a:close/>
              </a:path>
            </a:pathLst>
          </a:custGeom>
          <a:blipFill rotWithShape="1">
            <a:blip r:embed="rId4">
              <a:alphaModFix/>
            </a:blip>
            <a:stretch>
              <a:fillRect b="0" l="0" r="0" t="0"/>
            </a:stretch>
          </a:blipFill>
          <a:ln>
            <a:noFill/>
          </a:ln>
        </p:spPr>
      </p:sp>
      <p:sp>
        <p:nvSpPr>
          <p:cNvPr id="359" name="Google Shape;359;p39"/>
          <p:cNvSpPr/>
          <p:nvPr/>
        </p:nvSpPr>
        <p:spPr>
          <a:xfrm>
            <a:off x="5932112" y="4231682"/>
            <a:ext cx="2614817" cy="565785"/>
          </a:xfrm>
          <a:custGeom>
            <a:rect b="b" l="l" r="r" t="t"/>
            <a:pathLst>
              <a:path extrusionOk="0" h="1131570" w="5229633">
                <a:moveTo>
                  <a:pt x="0" y="0"/>
                </a:moveTo>
                <a:lnTo>
                  <a:pt x="5229632" y="0"/>
                </a:lnTo>
                <a:lnTo>
                  <a:pt x="5229632" y="1131570"/>
                </a:lnTo>
                <a:lnTo>
                  <a:pt x="0" y="1131570"/>
                </a:lnTo>
                <a:lnTo>
                  <a:pt x="0" y="0"/>
                </a:lnTo>
                <a:close/>
              </a:path>
            </a:pathLst>
          </a:custGeom>
          <a:blipFill rotWithShape="1">
            <a:blip r:embed="rId5">
              <a:alphaModFix/>
            </a:blip>
            <a:stretch>
              <a:fillRect b="-45297" l="0" r="0" t="-33292"/>
            </a:stretch>
          </a:blipFill>
          <a:ln>
            <a:noFill/>
          </a:ln>
        </p:spPr>
      </p:sp>
      <p:sp>
        <p:nvSpPr>
          <p:cNvPr id="360" name="Google Shape;360;p39"/>
          <p:cNvSpPr txBox="1"/>
          <p:nvPr/>
        </p:nvSpPr>
        <p:spPr>
          <a:xfrm>
            <a:off x="2293096" y="2185988"/>
            <a:ext cx="5249622" cy="385763"/>
          </a:xfrm>
          <a:prstGeom prst="rect">
            <a:avLst/>
          </a:prstGeom>
          <a:noFill/>
          <a:ln>
            <a:noFill/>
          </a:ln>
        </p:spPr>
        <p:txBody>
          <a:bodyPr anchorCtr="0" anchor="t" bIns="0" lIns="0" spcFirstLastPara="1" rIns="0" wrap="square" tIns="0">
            <a:spAutoFit/>
          </a:bodyPr>
          <a:lstStyle/>
          <a:p>
            <a:pPr indent="0" lvl="0" marL="0" marR="0" rtl="0" algn="l">
              <a:lnSpc>
                <a:spcPct val="139977"/>
              </a:lnSpc>
              <a:spcBef>
                <a:spcPts val="0"/>
              </a:spcBef>
              <a:spcAft>
                <a:spcPts val="0"/>
              </a:spcAft>
              <a:buNone/>
            </a:pPr>
            <a:r>
              <a:rPr b="1" i="0" lang="ru" sz="2300" u="none" cap="none" strike="noStrike">
                <a:solidFill>
                  <a:srgbClr val="004AAD"/>
                </a:solidFill>
                <a:latin typeface="League Spartan"/>
                <a:ea typeface="League Spartan"/>
                <a:cs typeface="League Spartan"/>
                <a:sym typeface="League Spartan"/>
              </a:rPr>
              <a:t>WEB DEVELOPMENT (SOLOLEARN)</a:t>
            </a:r>
            <a:endParaRPr sz="700"/>
          </a:p>
        </p:txBody>
      </p:sp>
      <p:sp>
        <p:nvSpPr>
          <p:cNvPr id="361" name="Google Shape;361;p39"/>
          <p:cNvSpPr txBox="1"/>
          <p:nvPr/>
        </p:nvSpPr>
        <p:spPr>
          <a:xfrm>
            <a:off x="1985765" y="3174069"/>
            <a:ext cx="5556954" cy="421958"/>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0" i="0" lang="ru" sz="1200" u="sng" cap="none" strike="noStrike">
                <a:solidFill>
                  <a:schemeClr val="hlink"/>
                </a:solidFill>
                <a:latin typeface="Poppins"/>
                <a:ea typeface="Poppins"/>
                <a:cs typeface="Poppins"/>
                <a:sym typeface="Poppins"/>
                <a:hlinkClick r:id="rId6"/>
              </a:rPr>
              <a:t>My certificate:</a:t>
            </a:r>
            <a:endParaRPr sz="700"/>
          </a:p>
          <a:p>
            <a:pPr indent="-127000" lvl="1" marL="254000" marR="0" rtl="0" algn="ctr">
              <a:lnSpc>
                <a:spcPct val="139958"/>
              </a:lnSpc>
              <a:spcBef>
                <a:spcPts val="0"/>
              </a:spcBef>
              <a:spcAft>
                <a:spcPts val="0"/>
              </a:spcAft>
              <a:buClr>
                <a:srgbClr val="303642"/>
              </a:buClr>
              <a:buSzPts val="1200"/>
              <a:buFont typeface="Arial"/>
              <a:buChar char="•"/>
            </a:pPr>
            <a:r>
              <a:rPr b="0" i="0" lang="ru" sz="1200" u="sng" cap="none" strike="noStrike">
                <a:solidFill>
                  <a:srgbClr val="303642"/>
                </a:solidFill>
                <a:latin typeface="Poppins"/>
                <a:ea typeface="Poppins"/>
                <a:cs typeface="Poppins"/>
                <a:sym typeface="Poppins"/>
              </a:rPr>
              <a:t>https://www.sololearn.com/certificates/CC-TXQBIBO6</a:t>
            </a:r>
            <a:endParaRPr sz="7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40"/>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grpSp>
        <p:nvGrpSpPr>
          <p:cNvPr id="367" name="Google Shape;367;p40"/>
          <p:cNvGrpSpPr/>
          <p:nvPr/>
        </p:nvGrpSpPr>
        <p:grpSpPr>
          <a:xfrm>
            <a:off x="0" y="-90413"/>
            <a:ext cx="3396354" cy="5233913"/>
            <a:chOff x="0" y="-47625"/>
            <a:chExt cx="1789026" cy="2756958"/>
          </a:xfrm>
        </p:grpSpPr>
        <p:sp>
          <p:nvSpPr>
            <p:cNvPr id="368" name="Google Shape;368;p40"/>
            <p:cNvSpPr/>
            <p:nvPr/>
          </p:nvSpPr>
          <p:spPr>
            <a:xfrm>
              <a:off x="0" y="0"/>
              <a:ext cx="1789026" cy="2709333"/>
            </a:xfrm>
            <a:custGeom>
              <a:rect b="b" l="l" r="r" t="t"/>
              <a:pathLst>
                <a:path extrusionOk="0" h="2709333" w="1789026">
                  <a:moveTo>
                    <a:pt x="0" y="0"/>
                  </a:moveTo>
                  <a:lnTo>
                    <a:pt x="1789026" y="0"/>
                  </a:lnTo>
                  <a:lnTo>
                    <a:pt x="1789026" y="2709333"/>
                  </a:lnTo>
                  <a:lnTo>
                    <a:pt x="0" y="2709333"/>
                  </a:lnTo>
                  <a:close/>
                </a:path>
              </a:pathLst>
            </a:custGeom>
            <a:solidFill>
              <a:srgbClr val="004AAD"/>
            </a:solidFill>
            <a:ln>
              <a:noFill/>
            </a:ln>
          </p:spPr>
        </p:sp>
        <p:sp>
          <p:nvSpPr>
            <p:cNvPr id="369" name="Google Shape;369;p40"/>
            <p:cNvSpPr txBox="1"/>
            <p:nvPr/>
          </p:nvSpPr>
          <p:spPr>
            <a:xfrm>
              <a:off x="0" y="-47625"/>
              <a:ext cx="1789026" cy="2756958"/>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370" name="Google Shape;370;p40"/>
          <p:cNvGrpSpPr/>
          <p:nvPr/>
        </p:nvGrpSpPr>
        <p:grpSpPr>
          <a:xfrm>
            <a:off x="2775748" y="4507200"/>
            <a:ext cx="448583" cy="1182186"/>
            <a:chOff x="0" y="-47625"/>
            <a:chExt cx="236291" cy="622715"/>
          </a:xfrm>
        </p:grpSpPr>
        <p:sp>
          <p:nvSpPr>
            <p:cNvPr id="371" name="Google Shape;371;p40"/>
            <p:cNvSpPr/>
            <p:nvPr/>
          </p:nvSpPr>
          <p:spPr>
            <a:xfrm>
              <a:off x="0" y="0"/>
              <a:ext cx="236291" cy="575090"/>
            </a:xfrm>
            <a:custGeom>
              <a:rect b="b" l="l" r="r" t="t"/>
              <a:pathLst>
                <a:path extrusionOk="0" h="575090" w="236291">
                  <a:moveTo>
                    <a:pt x="118145" y="0"/>
                  </a:moveTo>
                  <a:lnTo>
                    <a:pt x="118145" y="0"/>
                  </a:lnTo>
                  <a:cubicBezTo>
                    <a:pt x="183395" y="0"/>
                    <a:pt x="236291" y="52895"/>
                    <a:pt x="236291" y="118145"/>
                  </a:cubicBezTo>
                  <a:lnTo>
                    <a:pt x="236291" y="456945"/>
                  </a:lnTo>
                  <a:cubicBezTo>
                    <a:pt x="236291" y="488279"/>
                    <a:pt x="223843" y="518330"/>
                    <a:pt x="201687" y="540486"/>
                  </a:cubicBezTo>
                  <a:cubicBezTo>
                    <a:pt x="179530" y="562643"/>
                    <a:pt x="149480" y="575090"/>
                    <a:pt x="118145" y="575090"/>
                  </a:cubicBezTo>
                  <a:lnTo>
                    <a:pt x="118145" y="575090"/>
                  </a:lnTo>
                  <a:cubicBezTo>
                    <a:pt x="86811" y="575090"/>
                    <a:pt x="56761" y="562643"/>
                    <a:pt x="34604" y="540486"/>
                  </a:cubicBezTo>
                  <a:cubicBezTo>
                    <a:pt x="12447" y="518330"/>
                    <a:pt x="0" y="488279"/>
                    <a:pt x="0" y="456945"/>
                  </a:cubicBezTo>
                  <a:lnTo>
                    <a:pt x="0" y="118145"/>
                  </a:lnTo>
                  <a:cubicBezTo>
                    <a:pt x="0" y="86811"/>
                    <a:pt x="12447" y="56761"/>
                    <a:pt x="34604" y="34604"/>
                  </a:cubicBezTo>
                  <a:cubicBezTo>
                    <a:pt x="56761" y="12447"/>
                    <a:pt x="86811" y="0"/>
                    <a:pt x="118145" y="0"/>
                  </a:cubicBezTo>
                  <a:close/>
                </a:path>
              </a:pathLst>
            </a:custGeom>
            <a:solidFill>
              <a:srgbClr val="FFFF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72" name="Google Shape;372;p40"/>
            <p:cNvSpPr txBox="1"/>
            <p:nvPr/>
          </p:nvSpPr>
          <p:spPr>
            <a:xfrm>
              <a:off x="0" y="-47625"/>
              <a:ext cx="236291" cy="622715"/>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373" name="Google Shape;373;p40"/>
          <p:cNvGrpSpPr/>
          <p:nvPr/>
        </p:nvGrpSpPr>
        <p:grpSpPr>
          <a:xfrm>
            <a:off x="3754752" y="1112395"/>
            <a:ext cx="2428049" cy="3264053"/>
            <a:chOff x="0" y="0"/>
            <a:chExt cx="3662687" cy="4923790"/>
          </a:xfrm>
        </p:grpSpPr>
        <p:sp>
          <p:nvSpPr>
            <p:cNvPr id="374" name="Google Shape;374;p40"/>
            <p:cNvSpPr/>
            <p:nvPr/>
          </p:nvSpPr>
          <p:spPr>
            <a:xfrm>
              <a:off x="31750" y="31750"/>
              <a:ext cx="3600450" cy="4859020"/>
            </a:xfrm>
            <a:custGeom>
              <a:rect b="b" l="l" r="r" t="t"/>
              <a:pathLst>
                <a:path extrusionOk="0" h="4859020" w="3600450">
                  <a:moveTo>
                    <a:pt x="3600450" y="4499610"/>
                  </a:moveTo>
                  <a:cubicBezTo>
                    <a:pt x="3600450" y="4699000"/>
                    <a:pt x="3439160" y="4859020"/>
                    <a:pt x="3241040" y="4859020"/>
                  </a:cubicBezTo>
                  <a:lnTo>
                    <a:pt x="359410" y="4859020"/>
                  </a:lnTo>
                  <a:cubicBezTo>
                    <a:pt x="160020" y="4859020"/>
                    <a:pt x="0" y="4697730"/>
                    <a:pt x="0" y="4499610"/>
                  </a:cubicBezTo>
                  <a:lnTo>
                    <a:pt x="0" y="359410"/>
                  </a:lnTo>
                  <a:cubicBezTo>
                    <a:pt x="0" y="160020"/>
                    <a:pt x="161290" y="0"/>
                    <a:pt x="359410" y="0"/>
                  </a:cubicBezTo>
                  <a:lnTo>
                    <a:pt x="3239770" y="0"/>
                  </a:lnTo>
                  <a:cubicBezTo>
                    <a:pt x="3439160" y="0"/>
                    <a:pt x="3599180" y="161290"/>
                    <a:pt x="3599180" y="359410"/>
                  </a:cubicBezTo>
                  <a:lnTo>
                    <a:pt x="3600450" y="4499610"/>
                  </a:lnTo>
                  <a:close/>
                </a:path>
              </a:pathLst>
            </a:custGeom>
            <a:blipFill rotWithShape="1">
              <a:blip r:embed="rId4">
                <a:alphaModFix/>
              </a:blip>
              <a:stretch>
                <a:fillRect b="0" l="-27909" r="-38643" t="0"/>
              </a:stretch>
            </a:blip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75" name="Google Shape;375;p40"/>
            <p:cNvSpPr/>
            <p:nvPr/>
          </p:nvSpPr>
          <p:spPr>
            <a:xfrm>
              <a:off x="0" y="0"/>
              <a:ext cx="3662687" cy="4923790"/>
            </a:xfrm>
            <a:custGeom>
              <a:rect b="b" l="l" r="r" t="t"/>
              <a:pathLst>
                <a:path extrusionOk="0" h="4923790" w="3662687">
                  <a:moveTo>
                    <a:pt x="3271520" y="4923790"/>
                  </a:moveTo>
                  <a:lnTo>
                    <a:pt x="391160" y="4923790"/>
                  </a:lnTo>
                  <a:cubicBezTo>
                    <a:pt x="175260" y="4923790"/>
                    <a:pt x="0" y="4748530"/>
                    <a:pt x="0" y="4532630"/>
                  </a:cubicBezTo>
                  <a:lnTo>
                    <a:pt x="0" y="392430"/>
                  </a:lnTo>
                  <a:cubicBezTo>
                    <a:pt x="0" y="175260"/>
                    <a:pt x="175260" y="0"/>
                    <a:pt x="391160" y="0"/>
                  </a:cubicBezTo>
                  <a:lnTo>
                    <a:pt x="3271520" y="0"/>
                  </a:lnTo>
                  <a:cubicBezTo>
                    <a:pt x="3487420" y="0"/>
                    <a:pt x="3662680" y="175260"/>
                    <a:pt x="3662680" y="391160"/>
                  </a:cubicBezTo>
                  <a:lnTo>
                    <a:pt x="3662680" y="4531360"/>
                  </a:lnTo>
                  <a:cubicBezTo>
                    <a:pt x="3663950" y="4747260"/>
                    <a:pt x="3487420" y="4923790"/>
                    <a:pt x="3271520" y="4923790"/>
                  </a:cubicBezTo>
                  <a:close/>
                  <a:moveTo>
                    <a:pt x="391160" y="63500"/>
                  </a:moveTo>
                  <a:cubicBezTo>
                    <a:pt x="210820" y="63500"/>
                    <a:pt x="63500" y="210820"/>
                    <a:pt x="63500" y="391160"/>
                  </a:cubicBezTo>
                  <a:lnTo>
                    <a:pt x="63500" y="4531360"/>
                  </a:lnTo>
                  <a:cubicBezTo>
                    <a:pt x="63500" y="4712970"/>
                    <a:pt x="210820" y="4859020"/>
                    <a:pt x="391160" y="4859020"/>
                  </a:cubicBezTo>
                  <a:lnTo>
                    <a:pt x="3271520" y="4859020"/>
                  </a:lnTo>
                  <a:cubicBezTo>
                    <a:pt x="3453130" y="4859020"/>
                    <a:pt x="3599180" y="4711700"/>
                    <a:pt x="3599180" y="4531360"/>
                  </a:cubicBezTo>
                  <a:lnTo>
                    <a:pt x="3599180" y="391160"/>
                  </a:lnTo>
                  <a:cubicBezTo>
                    <a:pt x="3599180" y="209550"/>
                    <a:pt x="3451860" y="63500"/>
                    <a:pt x="3271520" y="63500"/>
                  </a:cubicBezTo>
                  <a:lnTo>
                    <a:pt x="391160" y="63500"/>
                  </a:lnTo>
                  <a:close/>
                </a:path>
              </a:pathLst>
            </a:custGeom>
            <a:solidFill>
              <a:srgbClr val="004AA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grpSp>
      <p:grpSp>
        <p:nvGrpSpPr>
          <p:cNvPr id="376" name="Google Shape;376;p40"/>
          <p:cNvGrpSpPr/>
          <p:nvPr/>
        </p:nvGrpSpPr>
        <p:grpSpPr>
          <a:xfrm>
            <a:off x="6431288" y="1107632"/>
            <a:ext cx="2428049" cy="3264053"/>
            <a:chOff x="0" y="0"/>
            <a:chExt cx="3662687" cy="4923790"/>
          </a:xfrm>
        </p:grpSpPr>
        <p:sp>
          <p:nvSpPr>
            <p:cNvPr id="377" name="Google Shape;377;p40"/>
            <p:cNvSpPr/>
            <p:nvPr/>
          </p:nvSpPr>
          <p:spPr>
            <a:xfrm>
              <a:off x="31750" y="31750"/>
              <a:ext cx="3600450" cy="4859020"/>
            </a:xfrm>
            <a:custGeom>
              <a:rect b="b" l="l" r="r" t="t"/>
              <a:pathLst>
                <a:path extrusionOk="0" h="4859020" w="3600450">
                  <a:moveTo>
                    <a:pt x="3600450" y="4499610"/>
                  </a:moveTo>
                  <a:cubicBezTo>
                    <a:pt x="3600450" y="4699000"/>
                    <a:pt x="3439160" y="4859020"/>
                    <a:pt x="3241040" y="4859020"/>
                  </a:cubicBezTo>
                  <a:lnTo>
                    <a:pt x="359410" y="4859020"/>
                  </a:lnTo>
                  <a:cubicBezTo>
                    <a:pt x="160020" y="4859020"/>
                    <a:pt x="0" y="4697730"/>
                    <a:pt x="0" y="4499610"/>
                  </a:cubicBezTo>
                  <a:lnTo>
                    <a:pt x="0" y="359410"/>
                  </a:lnTo>
                  <a:cubicBezTo>
                    <a:pt x="0" y="160020"/>
                    <a:pt x="161290" y="0"/>
                    <a:pt x="359410" y="0"/>
                  </a:cubicBezTo>
                  <a:lnTo>
                    <a:pt x="3239770" y="0"/>
                  </a:lnTo>
                  <a:cubicBezTo>
                    <a:pt x="3439160" y="0"/>
                    <a:pt x="3599180" y="161290"/>
                    <a:pt x="3599180" y="359410"/>
                  </a:cubicBezTo>
                  <a:lnTo>
                    <a:pt x="3600450" y="4499610"/>
                  </a:lnTo>
                  <a:close/>
                </a:path>
              </a:pathLst>
            </a:custGeom>
            <a:blipFill rotWithShape="1">
              <a:blip r:embed="rId5">
                <a:alphaModFix/>
              </a:blip>
              <a:stretch>
                <a:fillRect b="-11076" l="0" r="-135166" t="-11076"/>
              </a:stretch>
            </a:blip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78" name="Google Shape;378;p40"/>
            <p:cNvSpPr/>
            <p:nvPr/>
          </p:nvSpPr>
          <p:spPr>
            <a:xfrm>
              <a:off x="0" y="0"/>
              <a:ext cx="3662687" cy="4923790"/>
            </a:xfrm>
            <a:custGeom>
              <a:rect b="b" l="l" r="r" t="t"/>
              <a:pathLst>
                <a:path extrusionOk="0" h="4923790" w="3662687">
                  <a:moveTo>
                    <a:pt x="3271520" y="4923790"/>
                  </a:moveTo>
                  <a:lnTo>
                    <a:pt x="391160" y="4923790"/>
                  </a:lnTo>
                  <a:cubicBezTo>
                    <a:pt x="175260" y="4923790"/>
                    <a:pt x="0" y="4748530"/>
                    <a:pt x="0" y="4532630"/>
                  </a:cubicBezTo>
                  <a:lnTo>
                    <a:pt x="0" y="392430"/>
                  </a:lnTo>
                  <a:cubicBezTo>
                    <a:pt x="0" y="175260"/>
                    <a:pt x="175260" y="0"/>
                    <a:pt x="391160" y="0"/>
                  </a:cubicBezTo>
                  <a:lnTo>
                    <a:pt x="3271520" y="0"/>
                  </a:lnTo>
                  <a:cubicBezTo>
                    <a:pt x="3487420" y="0"/>
                    <a:pt x="3662680" y="175260"/>
                    <a:pt x="3662680" y="391160"/>
                  </a:cubicBezTo>
                  <a:lnTo>
                    <a:pt x="3662680" y="4531360"/>
                  </a:lnTo>
                  <a:cubicBezTo>
                    <a:pt x="3663950" y="4747260"/>
                    <a:pt x="3487420" y="4923790"/>
                    <a:pt x="3271520" y="4923790"/>
                  </a:cubicBezTo>
                  <a:close/>
                  <a:moveTo>
                    <a:pt x="391160" y="63500"/>
                  </a:moveTo>
                  <a:cubicBezTo>
                    <a:pt x="210820" y="63500"/>
                    <a:pt x="63500" y="210820"/>
                    <a:pt x="63500" y="391160"/>
                  </a:cubicBezTo>
                  <a:lnTo>
                    <a:pt x="63500" y="4531360"/>
                  </a:lnTo>
                  <a:cubicBezTo>
                    <a:pt x="63500" y="4712970"/>
                    <a:pt x="210820" y="4859020"/>
                    <a:pt x="391160" y="4859020"/>
                  </a:cubicBezTo>
                  <a:lnTo>
                    <a:pt x="3271520" y="4859020"/>
                  </a:lnTo>
                  <a:cubicBezTo>
                    <a:pt x="3453130" y="4859020"/>
                    <a:pt x="3599180" y="4711700"/>
                    <a:pt x="3599180" y="4531360"/>
                  </a:cubicBezTo>
                  <a:lnTo>
                    <a:pt x="3599180" y="391160"/>
                  </a:lnTo>
                  <a:cubicBezTo>
                    <a:pt x="3599180" y="209550"/>
                    <a:pt x="3451860" y="63500"/>
                    <a:pt x="3271520" y="63500"/>
                  </a:cubicBezTo>
                  <a:lnTo>
                    <a:pt x="391160" y="63500"/>
                  </a:lnTo>
                  <a:close/>
                </a:path>
              </a:pathLst>
            </a:custGeom>
            <a:solidFill>
              <a:srgbClr val="004AA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grpSp>
      <p:sp>
        <p:nvSpPr>
          <p:cNvPr id="379" name="Google Shape;379;p40"/>
          <p:cNvSpPr txBox="1"/>
          <p:nvPr/>
        </p:nvSpPr>
        <p:spPr>
          <a:xfrm>
            <a:off x="354706" y="831067"/>
            <a:ext cx="2121690" cy="397402"/>
          </a:xfrm>
          <a:prstGeom prst="rect">
            <a:avLst/>
          </a:prstGeom>
          <a:noFill/>
          <a:ln>
            <a:noFill/>
          </a:ln>
        </p:spPr>
        <p:txBody>
          <a:bodyPr anchorCtr="0" anchor="t" bIns="0" lIns="0" spcFirstLastPara="1" rIns="0" wrap="square" tIns="0">
            <a:spAutoFit/>
          </a:bodyPr>
          <a:lstStyle/>
          <a:p>
            <a:pPr indent="0" lvl="0" marL="0" marR="0" rtl="0" algn="l">
              <a:lnSpc>
                <a:spcPct val="139995"/>
              </a:lnSpc>
              <a:spcBef>
                <a:spcPts val="0"/>
              </a:spcBef>
              <a:spcAft>
                <a:spcPts val="0"/>
              </a:spcAft>
              <a:buNone/>
            </a:pPr>
            <a:r>
              <a:rPr b="0" i="0" lang="ru" sz="2400" u="none" cap="none" strike="noStrike">
                <a:solidFill>
                  <a:srgbClr val="FFFFFF"/>
                </a:solidFill>
                <a:latin typeface="League Spartan"/>
                <a:ea typeface="League Spartan"/>
                <a:cs typeface="League Spartan"/>
                <a:sym typeface="League Spartan"/>
              </a:rPr>
              <a:t>COURSE 2</a:t>
            </a:r>
            <a:endParaRPr sz="700"/>
          </a:p>
        </p:txBody>
      </p:sp>
      <p:sp>
        <p:nvSpPr>
          <p:cNvPr id="380" name="Google Shape;380;p40"/>
          <p:cNvSpPr txBox="1"/>
          <p:nvPr/>
        </p:nvSpPr>
        <p:spPr>
          <a:xfrm>
            <a:off x="354706" y="471488"/>
            <a:ext cx="2421043" cy="385108"/>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0" i="0" lang="ru" sz="2300" u="none" cap="none" strike="noStrike">
                <a:solidFill>
                  <a:srgbClr val="FFFFFF"/>
                </a:solidFill>
                <a:latin typeface="Roboto"/>
                <a:ea typeface="Roboto"/>
                <a:cs typeface="Roboto"/>
                <a:sym typeface="Roboto"/>
              </a:rPr>
              <a:t>ABOUT MY</a:t>
            </a:r>
            <a:endParaRPr sz="700"/>
          </a:p>
        </p:txBody>
      </p:sp>
      <p:sp>
        <p:nvSpPr>
          <p:cNvPr id="381" name="Google Shape;381;p40"/>
          <p:cNvSpPr txBox="1"/>
          <p:nvPr/>
        </p:nvSpPr>
        <p:spPr>
          <a:xfrm>
            <a:off x="354705" y="1270013"/>
            <a:ext cx="2817287" cy="1301738"/>
          </a:xfrm>
          <a:prstGeom prst="rect">
            <a:avLst/>
          </a:prstGeom>
          <a:noFill/>
          <a:ln>
            <a:noFill/>
          </a:ln>
        </p:spPr>
        <p:txBody>
          <a:bodyPr anchorCtr="0" anchor="t" bIns="0" lIns="0" spcFirstLastPara="1" rIns="0" wrap="square" tIns="0">
            <a:spAutoFit/>
          </a:bodyPr>
          <a:lstStyle/>
          <a:p>
            <a:pPr indent="0" lvl="0" marL="0" marR="0" rtl="0" algn="l">
              <a:lnSpc>
                <a:spcPct val="140047"/>
              </a:lnSpc>
              <a:spcBef>
                <a:spcPts val="0"/>
              </a:spcBef>
              <a:spcAft>
                <a:spcPts val="0"/>
              </a:spcAft>
              <a:buNone/>
            </a:pPr>
            <a:r>
              <a:rPr b="0" i="0" lang="ru" sz="1100" u="none" cap="none" strike="noStrike">
                <a:solidFill>
                  <a:srgbClr val="FFFFFF"/>
                </a:solidFill>
                <a:latin typeface="Poppins"/>
                <a:ea typeface="Poppins"/>
                <a:cs typeface="Poppins"/>
                <a:sym typeface="Poppins"/>
              </a:rPr>
              <a:t>In this presentation I will share the details of the Web Development course I completed on SoloLearn. This course teaches all fundamental technologies needed to build modern web pages and web applications: HTML, CSS, JavaScript and more.</a:t>
            </a:r>
            <a:endParaRPr sz="700"/>
          </a:p>
        </p:txBody>
      </p:sp>
      <p:sp>
        <p:nvSpPr>
          <p:cNvPr id="382" name="Google Shape;382;p40"/>
          <p:cNvSpPr txBox="1"/>
          <p:nvPr/>
        </p:nvSpPr>
        <p:spPr>
          <a:xfrm>
            <a:off x="289534" y="2929841"/>
            <a:ext cx="2817287" cy="1830693"/>
          </a:xfrm>
          <a:prstGeom prst="rect">
            <a:avLst/>
          </a:prstGeom>
          <a:noFill/>
          <a:ln>
            <a:noFill/>
          </a:ln>
        </p:spPr>
        <p:txBody>
          <a:bodyPr anchorCtr="0" anchor="t" bIns="0" lIns="0" spcFirstLastPara="1" rIns="0" wrap="square" tIns="0">
            <a:spAutoFit/>
          </a:bodyPr>
          <a:lstStyle/>
          <a:p>
            <a:pPr indent="0" lvl="0" marL="0" marR="0" rtl="0" algn="l">
              <a:lnSpc>
                <a:spcPct val="140057"/>
              </a:lnSpc>
              <a:spcBef>
                <a:spcPts val="0"/>
              </a:spcBef>
              <a:spcAft>
                <a:spcPts val="0"/>
              </a:spcAft>
              <a:buNone/>
            </a:pPr>
            <a:r>
              <a:rPr b="0" i="0" lang="ru" sz="900" u="none" cap="none" strike="noStrike">
                <a:solidFill>
                  <a:srgbClr val="FFFFFF"/>
                </a:solidFill>
                <a:latin typeface="Poppins"/>
                <a:ea typeface="Poppins"/>
                <a:cs typeface="Poppins"/>
                <a:sym typeface="Poppins"/>
              </a:rPr>
              <a:t>I chose this course because:</a:t>
            </a:r>
            <a:endParaRPr sz="700"/>
          </a:p>
          <a:p>
            <a:pPr indent="-95250" lvl="1" marL="190500" marR="0" rtl="0" algn="l">
              <a:lnSpc>
                <a:spcPct val="140057"/>
              </a:lnSpc>
              <a:spcBef>
                <a:spcPts val="0"/>
              </a:spcBef>
              <a:spcAft>
                <a:spcPts val="0"/>
              </a:spcAft>
              <a:buClr>
                <a:srgbClr val="FFFFFF"/>
              </a:buClr>
              <a:buSzPts val="900"/>
              <a:buFont typeface="Arial"/>
              <a:buChar char="•"/>
            </a:pPr>
            <a:r>
              <a:rPr b="0" i="0" lang="ru" sz="900" u="none" cap="none" strike="noStrike">
                <a:solidFill>
                  <a:srgbClr val="FFFFFF"/>
                </a:solidFill>
                <a:latin typeface="Poppins"/>
                <a:ea typeface="Poppins"/>
                <a:cs typeface="Poppins"/>
                <a:sym typeface="Poppins"/>
              </a:rPr>
              <a:t>It provides a comprehensive introduction to web development technologies.</a:t>
            </a:r>
            <a:endParaRPr sz="700"/>
          </a:p>
          <a:p>
            <a:pPr indent="-95250" lvl="1" marL="190500" marR="0" rtl="0" algn="l">
              <a:lnSpc>
                <a:spcPct val="140057"/>
              </a:lnSpc>
              <a:spcBef>
                <a:spcPts val="0"/>
              </a:spcBef>
              <a:spcAft>
                <a:spcPts val="0"/>
              </a:spcAft>
              <a:buClr>
                <a:srgbClr val="FFFFFF"/>
              </a:buClr>
              <a:buSzPts val="900"/>
              <a:buFont typeface="Arial"/>
              <a:buChar char="•"/>
            </a:pPr>
            <a:r>
              <a:rPr b="0" i="0" lang="ru" sz="900" u="none" cap="none" strike="noStrike">
                <a:solidFill>
                  <a:srgbClr val="FFFFFF"/>
                </a:solidFill>
                <a:latin typeface="Poppins"/>
                <a:ea typeface="Poppins"/>
                <a:cs typeface="Poppins"/>
                <a:sym typeface="Poppins"/>
              </a:rPr>
              <a:t>It covers both markup, styling and programming → broad foundational skills.</a:t>
            </a:r>
            <a:endParaRPr sz="700"/>
          </a:p>
          <a:p>
            <a:pPr indent="-95250" lvl="1" marL="190500" marR="0" rtl="0" algn="l">
              <a:lnSpc>
                <a:spcPct val="140057"/>
              </a:lnSpc>
              <a:spcBef>
                <a:spcPts val="0"/>
              </a:spcBef>
              <a:spcAft>
                <a:spcPts val="0"/>
              </a:spcAft>
              <a:buClr>
                <a:srgbClr val="FFFFFF"/>
              </a:buClr>
              <a:buSzPts val="900"/>
              <a:buFont typeface="Arial"/>
              <a:buChar char="•"/>
            </a:pPr>
            <a:r>
              <a:rPr b="0" i="0" lang="ru" sz="900" u="none" cap="none" strike="noStrike">
                <a:solidFill>
                  <a:srgbClr val="FFFFFF"/>
                </a:solidFill>
                <a:latin typeface="Poppins"/>
                <a:ea typeface="Poppins"/>
                <a:cs typeface="Poppins"/>
                <a:sym typeface="Poppins"/>
              </a:rPr>
              <a:t>It is beginner-friendly — no prior experience required.</a:t>
            </a:r>
            <a:endParaRPr sz="700"/>
          </a:p>
          <a:p>
            <a:pPr indent="-95250" lvl="1" marL="190500" marR="0" rtl="0" algn="l">
              <a:lnSpc>
                <a:spcPct val="140057"/>
              </a:lnSpc>
              <a:spcBef>
                <a:spcPts val="0"/>
              </a:spcBef>
              <a:spcAft>
                <a:spcPts val="0"/>
              </a:spcAft>
              <a:buClr>
                <a:srgbClr val="FFFFFF"/>
              </a:buClr>
              <a:buSzPts val="900"/>
              <a:buFont typeface="Arial"/>
              <a:buChar char="•"/>
            </a:pPr>
            <a:r>
              <a:rPr b="0" i="0" lang="ru" sz="900" u="none" cap="none" strike="noStrike">
                <a:solidFill>
                  <a:srgbClr val="FFFFFF"/>
                </a:solidFill>
                <a:latin typeface="Poppins"/>
                <a:ea typeface="Poppins"/>
                <a:cs typeface="Poppins"/>
                <a:sym typeface="Poppins"/>
              </a:rPr>
              <a:t>It allows flexible self-paced learning.</a:t>
            </a:r>
            <a:endParaRPr sz="700"/>
          </a:p>
          <a:p>
            <a:pPr indent="-95250" lvl="1" marL="190500" marR="0" rtl="0" algn="l">
              <a:lnSpc>
                <a:spcPct val="140057"/>
              </a:lnSpc>
              <a:spcBef>
                <a:spcPts val="0"/>
              </a:spcBef>
              <a:spcAft>
                <a:spcPts val="0"/>
              </a:spcAft>
              <a:buClr>
                <a:srgbClr val="FFFFFF"/>
              </a:buClr>
              <a:buSzPts val="900"/>
              <a:buFont typeface="Arial"/>
              <a:buChar char="•"/>
            </a:pPr>
            <a:r>
              <a:rPr b="0" i="0" lang="ru" sz="900" u="none" cap="none" strike="noStrike">
                <a:solidFill>
                  <a:srgbClr val="FFFFFF"/>
                </a:solidFill>
                <a:latin typeface="Poppins"/>
                <a:ea typeface="Poppins"/>
                <a:cs typeface="Poppins"/>
                <a:sym typeface="Poppins"/>
              </a:rPr>
              <a:t>It includes modern web development practices (responsive design, DOM, events, forms, AJAX, etc.).</a:t>
            </a:r>
            <a:endParaRPr sz="700"/>
          </a:p>
          <a:p>
            <a:pPr indent="0" lvl="0" marL="0" marR="0" rtl="0" algn="l">
              <a:lnSpc>
                <a:spcPct val="140057"/>
              </a:lnSpc>
              <a:spcBef>
                <a:spcPts val="0"/>
              </a:spcBef>
              <a:spcAft>
                <a:spcPts val="0"/>
              </a:spcAft>
              <a:buNone/>
            </a:pPr>
            <a:r>
              <a:t/>
            </a:r>
            <a:endParaRPr b="0" i="0" sz="900" u="none" cap="none" strike="noStrike">
              <a:solidFill>
                <a:srgbClr val="FFFFFF"/>
              </a:solidFill>
              <a:latin typeface="Poppins"/>
              <a:ea typeface="Poppins"/>
              <a:cs typeface="Poppins"/>
              <a:sym typeface="Poppins"/>
            </a:endParaRPr>
          </a:p>
        </p:txBody>
      </p:sp>
      <p:sp>
        <p:nvSpPr>
          <p:cNvPr id="383" name="Google Shape;383;p40"/>
          <p:cNvSpPr txBox="1"/>
          <p:nvPr/>
        </p:nvSpPr>
        <p:spPr>
          <a:xfrm>
            <a:off x="289533" y="2715846"/>
            <a:ext cx="1819632" cy="166370"/>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None/>
            </a:pPr>
            <a:r>
              <a:rPr b="0" i="0" lang="ru" sz="900" u="none" cap="none" strike="noStrike">
                <a:solidFill>
                  <a:srgbClr val="FFFFFF"/>
                </a:solidFill>
                <a:latin typeface="Archivo Black"/>
                <a:ea typeface="Archivo Black"/>
                <a:cs typeface="Archivo Black"/>
                <a:sym typeface="Archivo Black"/>
              </a:rPr>
              <a:t>Why I Selected This Course</a:t>
            </a:r>
            <a:endParaRPr sz="7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41"/>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389" name="Google Shape;389;p41"/>
          <p:cNvSpPr txBox="1"/>
          <p:nvPr/>
        </p:nvSpPr>
        <p:spPr>
          <a:xfrm>
            <a:off x="514350" y="360475"/>
            <a:ext cx="3361904" cy="448927"/>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None/>
            </a:pPr>
            <a:r>
              <a:rPr b="0" i="0" lang="ru" sz="2600" u="none" cap="none" strike="noStrike">
                <a:solidFill>
                  <a:srgbClr val="000000"/>
                </a:solidFill>
                <a:latin typeface="Roboto"/>
                <a:ea typeface="Roboto"/>
                <a:cs typeface="Roboto"/>
                <a:sym typeface="Roboto"/>
              </a:rPr>
              <a:t>TOTAL STUDY HOURS</a:t>
            </a:r>
            <a:endParaRPr sz="700"/>
          </a:p>
        </p:txBody>
      </p:sp>
      <p:sp>
        <p:nvSpPr>
          <p:cNvPr id="390" name="Google Shape;390;p41"/>
          <p:cNvSpPr txBox="1"/>
          <p:nvPr/>
        </p:nvSpPr>
        <p:spPr>
          <a:xfrm>
            <a:off x="1278800" y="927836"/>
            <a:ext cx="7350850" cy="373050"/>
          </a:xfrm>
          <a:prstGeom prst="rect">
            <a:avLst/>
          </a:prstGeom>
          <a:noFill/>
          <a:ln>
            <a:noFill/>
          </a:ln>
        </p:spPr>
        <p:txBody>
          <a:bodyPr anchorCtr="0" anchor="t" bIns="0" lIns="0" spcFirstLastPara="1" rIns="0" wrap="square" tIns="0">
            <a:spAutoFit/>
          </a:bodyPr>
          <a:lstStyle/>
          <a:p>
            <a:pPr indent="0" lvl="0" marL="0" marR="0" rtl="0" algn="l">
              <a:lnSpc>
                <a:spcPct val="140047"/>
              </a:lnSpc>
              <a:spcBef>
                <a:spcPts val="0"/>
              </a:spcBef>
              <a:spcAft>
                <a:spcPts val="0"/>
              </a:spcAft>
              <a:buNone/>
            </a:pPr>
            <a:r>
              <a:rPr b="0" i="0" lang="ru" sz="1100" u="none" cap="none" strike="noStrike">
                <a:solidFill>
                  <a:srgbClr val="000000"/>
                </a:solidFill>
                <a:latin typeface="Poppins"/>
                <a:ea typeface="Poppins"/>
                <a:cs typeface="Poppins"/>
                <a:sym typeface="Poppins"/>
              </a:rPr>
              <a:t>Throughout the SoloLearn Web Development course, I invested approximately 35–40 hours of focused study time. This includes lessons, quizzes, coding challenges, hands-on practice, and the final project.</a:t>
            </a:r>
            <a:endParaRPr sz="700"/>
          </a:p>
        </p:txBody>
      </p:sp>
      <p:sp>
        <p:nvSpPr>
          <p:cNvPr id="391" name="Google Shape;391;p41"/>
          <p:cNvSpPr txBox="1"/>
          <p:nvPr/>
        </p:nvSpPr>
        <p:spPr>
          <a:xfrm>
            <a:off x="4572000" y="3064149"/>
            <a:ext cx="3863341" cy="1487475"/>
          </a:xfrm>
          <a:prstGeom prst="rect">
            <a:avLst/>
          </a:prstGeom>
          <a:noFill/>
          <a:ln>
            <a:noFill/>
          </a:ln>
        </p:spPr>
        <p:txBody>
          <a:bodyPr anchorCtr="0" anchor="t" bIns="0" lIns="0" spcFirstLastPara="1" rIns="0" wrap="square" tIns="0">
            <a:spAutoFit/>
          </a:bodyPr>
          <a:lstStyle/>
          <a:p>
            <a:pPr indent="0" lvl="0" marL="0" marR="0" rtl="0" algn="l">
              <a:lnSpc>
                <a:spcPct val="140047"/>
              </a:lnSpc>
              <a:spcBef>
                <a:spcPts val="0"/>
              </a:spcBef>
              <a:spcAft>
                <a:spcPts val="0"/>
              </a:spcAft>
              <a:buNone/>
            </a:pPr>
            <a:r>
              <a:rPr b="0" i="0" lang="ru" sz="1100" u="none" cap="none" strike="noStrike">
                <a:solidFill>
                  <a:srgbClr val="000000"/>
                </a:solidFill>
                <a:latin typeface="Poppins"/>
                <a:ea typeface="Poppins"/>
                <a:cs typeface="Poppins"/>
                <a:sym typeface="Poppins"/>
              </a:rPr>
              <a:t>Additional Practice &amp; Final Project — ~5 hours</a:t>
            </a:r>
            <a:endParaRPr sz="700"/>
          </a:p>
          <a:p>
            <a:pPr indent="0" lvl="0" marL="0" marR="0" rtl="0" algn="l">
              <a:lnSpc>
                <a:spcPct val="140047"/>
              </a:lnSpc>
              <a:spcBef>
                <a:spcPts val="0"/>
              </a:spcBef>
              <a:spcAft>
                <a:spcPts val="0"/>
              </a:spcAft>
              <a:buNone/>
            </a:pPr>
            <a:r>
              <a:rPr b="0" i="0" lang="ru" sz="1100" u="none" cap="none" strike="noStrike">
                <a:solidFill>
                  <a:srgbClr val="000000"/>
                </a:solidFill>
                <a:latin typeface="Poppins"/>
                <a:ea typeface="Poppins"/>
                <a:cs typeface="Poppins"/>
                <a:sym typeface="Poppins"/>
              </a:rPr>
              <a:t>• Designing and coding the image-filter web application</a:t>
            </a:r>
            <a:endParaRPr sz="700"/>
          </a:p>
          <a:p>
            <a:pPr indent="0" lvl="0" marL="0" marR="0" rtl="0" algn="l">
              <a:lnSpc>
                <a:spcPct val="140047"/>
              </a:lnSpc>
              <a:spcBef>
                <a:spcPts val="0"/>
              </a:spcBef>
              <a:spcAft>
                <a:spcPts val="0"/>
              </a:spcAft>
              <a:buNone/>
            </a:pPr>
            <a:r>
              <a:rPr b="0" i="0" lang="ru" sz="1100" u="none" cap="none" strike="noStrike">
                <a:solidFill>
                  <a:srgbClr val="000000"/>
                </a:solidFill>
                <a:latin typeface="Poppins"/>
                <a:ea typeface="Poppins"/>
                <a:cs typeface="Poppins"/>
                <a:sym typeface="Poppins"/>
              </a:rPr>
              <a:t> • Testing different filters and improving UI</a:t>
            </a:r>
            <a:endParaRPr sz="700"/>
          </a:p>
          <a:p>
            <a:pPr indent="0" lvl="0" marL="0" marR="0" rtl="0" algn="l">
              <a:lnSpc>
                <a:spcPct val="140047"/>
              </a:lnSpc>
              <a:spcBef>
                <a:spcPts val="0"/>
              </a:spcBef>
              <a:spcAft>
                <a:spcPts val="0"/>
              </a:spcAft>
              <a:buNone/>
            </a:pPr>
            <a:r>
              <a:rPr b="0" i="0" lang="ru" sz="1100" u="none" cap="none" strike="noStrike">
                <a:solidFill>
                  <a:srgbClr val="000000"/>
                </a:solidFill>
                <a:latin typeface="Poppins"/>
                <a:ea typeface="Poppins"/>
                <a:cs typeface="Poppins"/>
                <a:sym typeface="Poppins"/>
              </a:rPr>
              <a:t> • Revising earlier modules to integrate HTML+CSS+JS</a:t>
            </a:r>
            <a:endParaRPr sz="700"/>
          </a:p>
          <a:p>
            <a:pPr indent="0" lvl="0" marL="0" marR="0" rtl="0" algn="l">
              <a:lnSpc>
                <a:spcPct val="140047"/>
              </a:lnSpc>
              <a:spcBef>
                <a:spcPts val="0"/>
              </a:spcBef>
              <a:spcAft>
                <a:spcPts val="0"/>
              </a:spcAft>
              <a:buNone/>
            </a:pPr>
            <a:r>
              <a:rPr b="0" i="0" lang="ru" sz="1100" u="none" cap="none" strike="noStrike">
                <a:solidFill>
                  <a:srgbClr val="000000"/>
                </a:solidFill>
                <a:latin typeface="Poppins"/>
                <a:ea typeface="Poppins"/>
                <a:cs typeface="Poppins"/>
                <a:sym typeface="Poppins"/>
              </a:rPr>
              <a:t> • Fixing errors and finalizing project files</a:t>
            </a:r>
            <a:endParaRPr sz="700"/>
          </a:p>
          <a:p>
            <a:pPr indent="0" lvl="0" marL="0" marR="0" rtl="0" algn="l">
              <a:lnSpc>
                <a:spcPct val="140047"/>
              </a:lnSpc>
              <a:spcBef>
                <a:spcPts val="0"/>
              </a:spcBef>
              <a:spcAft>
                <a:spcPts val="0"/>
              </a:spcAft>
              <a:buNone/>
            </a:pPr>
            <a:r>
              <a:rPr b="1" i="0" lang="ru" sz="1100" u="none" cap="none" strike="noStrike">
                <a:solidFill>
                  <a:srgbClr val="000000"/>
                </a:solidFill>
                <a:latin typeface="Poppins"/>
                <a:ea typeface="Poppins"/>
                <a:cs typeface="Poppins"/>
                <a:sym typeface="Poppins"/>
              </a:rPr>
              <a:t>Total learning time:</a:t>
            </a:r>
            <a:endParaRPr sz="700"/>
          </a:p>
          <a:p>
            <a:pPr indent="0" lvl="0" marL="0" marR="0" rtl="0" algn="l">
              <a:lnSpc>
                <a:spcPct val="140047"/>
              </a:lnSpc>
              <a:spcBef>
                <a:spcPts val="0"/>
              </a:spcBef>
              <a:spcAft>
                <a:spcPts val="0"/>
              </a:spcAft>
              <a:buNone/>
            </a:pPr>
            <a:r>
              <a:rPr b="1" i="0" lang="ru" sz="1100" u="none" cap="none" strike="noStrike">
                <a:solidFill>
                  <a:srgbClr val="000000"/>
                </a:solidFill>
                <a:latin typeface="Poppins"/>
                <a:ea typeface="Poppins"/>
                <a:cs typeface="Poppins"/>
                <a:sym typeface="Poppins"/>
              </a:rPr>
              <a:t>35–40 hours of active, hands-on learning</a:t>
            </a:r>
            <a:endParaRPr sz="700"/>
          </a:p>
          <a:p>
            <a:pPr indent="0" lvl="0" marL="0" marR="0" rtl="0" algn="l">
              <a:lnSpc>
                <a:spcPct val="140047"/>
              </a:lnSpc>
              <a:spcBef>
                <a:spcPts val="0"/>
              </a:spcBef>
              <a:spcAft>
                <a:spcPts val="0"/>
              </a:spcAft>
              <a:buNone/>
            </a:pPr>
            <a:r>
              <a:t/>
            </a:r>
            <a:endParaRPr b="1" i="0" sz="1100" u="none" cap="none" strike="noStrike">
              <a:solidFill>
                <a:srgbClr val="000000"/>
              </a:solidFill>
              <a:latin typeface="Poppins"/>
              <a:ea typeface="Poppins"/>
              <a:cs typeface="Poppins"/>
              <a:sym typeface="Poppins"/>
            </a:endParaRPr>
          </a:p>
        </p:txBody>
      </p:sp>
      <p:sp>
        <p:nvSpPr>
          <p:cNvPr id="392" name="Google Shape;392;p41"/>
          <p:cNvSpPr txBox="1"/>
          <p:nvPr/>
        </p:nvSpPr>
        <p:spPr>
          <a:xfrm>
            <a:off x="514350" y="1521416"/>
            <a:ext cx="2920603" cy="833120"/>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None/>
            </a:pPr>
            <a:r>
              <a:rPr b="0" i="0" lang="ru" sz="900" u="none" cap="none" strike="noStrike">
                <a:solidFill>
                  <a:srgbClr val="000000"/>
                </a:solidFill>
                <a:latin typeface="Archivo Black"/>
                <a:ea typeface="Archivo Black"/>
                <a:cs typeface="Archivo Black"/>
                <a:sym typeface="Archivo Black"/>
              </a:rPr>
              <a:t>✔ HTML — ~12 hours</a:t>
            </a:r>
            <a:endParaRPr sz="700"/>
          </a:p>
          <a:p>
            <a:pPr indent="0" lvl="0" marL="0" marR="0" rtl="0" algn="l">
              <a:lnSpc>
                <a:spcPct val="140021"/>
              </a:lnSpc>
              <a:spcBef>
                <a:spcPts val="0"/>
              </a:spcBef>
              <a:spcAft>
                <a:spcPts val="0"/>
              </a:spcAft>
              <a:buNone/>
            </a:pPr>
            <a:r>
              <a:rPr b="0" i="0" lang="ru" sz="900" u="none" cap="none" strike="noStrike">
                <a:solidFill>
                  <a:srgbClr val="000000"/>
                </a:solidFill>
                <a:latin typeface="Archivo Black"/>
                <a:ea typeface="Archivo Black"/>
                <a:cs typeface="Archivo Black"/>
                <a:sym typeface="Archivo Black"/>
              </a:rPr>
              <a:t> • Learning structure of webpages</a:t>
            </a:r>
            <a:endParaRPr sz="700"/>
          </a:p>
          <a:p>
            <a:pPr indent="0" lvl="0" marL="0" marR="0" rtl="0" algn="l">
              <a:lnSpc>
                <a:spcPct val="140021"/>
              </a:lnSpc>
              <a:spcBef>
                <a:spcPts val="0"/>
              </a:spcBef>
              <a:spcAft>
                <a:spcPts val="0"/>
              </a:spcAft>
              <a:buNone/>
            </a:pPr>
            <a:r>
              <a:rPr b="0" i="0" lang="ru" sz="900" u="none" cap="none" strike="noStrike">
                <a:solidFill>
                  <a:srgbClr val="000000"/>
                </a:solidFill>
                <a:latin typeface="Archivo Black"/>
                <a:ea typeface="Archivo Black"/>
                <a:cs typeface="Archivo Black"/>
                <a:sym typeface="Archivo Black"/>
              </a:rPr>
              <a:t> • Practicing tags, attributes, lists, images</a:t>
            </a:r>
            <a:endParaRPr sz="700"/>
          </a:p>
          <a:p>
            <a:pPr indent="0" lvl="0" marL="0" marR="0" rtl="0" algn="l">
              <a:lnSpc>
                <a:spcPct val="140021"/>
              </a:lnSpc>
              <a:spcBef>
                <a:spcPts val="0"/>
              </a:spcBef>
              <a:spcAft>
                <a:spcPts val="0"/>
              </a:spcAft>
              <a:buNone/>
            </a:pPr>
            <a:r>
              <a:rPr b="0" i="0" lang="ru" sz="900" u="none" cap="none" strike="noStrike">
                <a:solidFill>
                  <a:srgbClr val="000000"/>
                </a:solidFill>
                <a:latin typeface="Archivo Black"/>
                <a:ea typeface="Archivo Black"/>
                <a:cs typeface="Archivo Black"/>
                <a:sym typeface="Archivo Black"/>
              </a:rPr>
              <a:t> • Completing HTML quizzes and small tasks</a:t>
            </a:r>
            <a:endParaRPr sz="700"/>
          </a:p>
          <a:p>
            <a:pPr indent="0" lvl="0" marL="0" marR="0" rtl="0" algn="l">
              <a:lnSpc>
                <a:spcPct val="140021"/>
              </a:lnSpc>
              <a:spcBef>
                <a:spcPts val="0"/>
              </a:spcBef>
              <a:spcAft>
                <a:spcPts val="0"/>
              </a:spcAft>
              <a:buNone/>
            </a:pPr>
            <a:r>
              <a:rPr b="0" i="0" lang="ru" sz="900" u="none" cap="none" strike="noStrike">
                <a:solidFill>
                  <a:srgbClr val="000000"/>
                </a:solidFill>
                <a:latin typeface="Archivo Black"/>
                <a:ea typeface="Archivo Black"/>
                <a:cs typeface="Archivo Black"/>
                <a:sym typeface="Archivo Black"/>
              </a:rPr>
              <a:t> • Building simple webpage layouts</a:t>
            </a:r>
            <a:endParaRPr sz="700"/>
          </a:p>
        </p:txBody>
      </p:sp>
      <p:sp>
        <p:nvSpPr>
          <p:cNvPr id="393" name="Google Shape;393;p41"/>
          <p:cNvSpPr txBox="1"/>
          <p:nvPr/>
        </p:nvSpPr>
        <p:spPr>
          <a:xfrm>
            <a:off x="4454208" y="1521416"/>
            <a:ext cx="3499485" cy="833120"/>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None/>
            </a:pPr>
            <a:r>
              <a:rPr b="0" i="0" lang="ru" sz="900" u="none" cap="none" strike="noStrike">
                <a:solidFill>
                  <a:srgbClr val="000000"/>
                </a:solidFill>
                <a:latin typeface="Archivo Black"/>
                <a:ea typeface="Archivo Black"/>
                <a:cs typeface="Archivo Black"/>
                <a:sym typeface="Archivo Black"/>
              </a:rPr>
              <a:t>✔ CSS — ~10 hours</a:t>
            </a:r>
            <a:endParaRPr sz="700"/>
          </a:p>
          <a:p>
            <a:pPr indent="0" lvl="0" marL="0" marR="0" rtl="0" algn="l">
              <a:lnSpc>
                <a:spcPct val="140021"/>
              </a:lnSpc>
              <a:spcBef>
                <a:spcPts val="0"/>
              </a:spcBef>
              <a:spcAft>
                <a:spcPts val="0"/>
              </a:spcAft>
              <a:buNone/>
            </a:pPr>
            <a:r>
              <a:rPr b="0" i="0" lang="ru" sz="900" u="none" cap="none" strike="noStrike">
                <a:solidFill>
                  <a:srgbClr val="000000"/>
                </a:solidFill>
                <a:latin typeface="Archivo Black"/>
                <a:ea typeface="Archivo Black"/>
                <a:cs typeface="Archivo Black"/>
                <a:sym typeface="Archivo Black"/>
              </a:rPr>
              <a:t> • Studying selectors, colors, fonts, margins, padding</a:t>
            </a:r>
            <a:endParaRPr sz="700"/>
          </a:p>
          <a:p>
            <a:pPr indent="0" lvl="0" marL="0" marR="0" rtl="0" algn="l">
              <a:lnSpc>
                <a:spcPct val="140021"/>
              </a:lnSpc>
              <a:spcBef>
                <a:spcPts val="0"/>
              </a:spcBef>
              <a:spcAft>
                <a:spcPts val="0"/>
              </a:spcAft>
              <a:buNone/>
            </a:pPr>
            <a:r>
              <a:rPr b="0" i="0" lang="ru" sz="900" u="none" cap="none" strike="noStrike">
                <a:solidFill>
                  <a:srgbClr val="000000"/>
                </a:solidFill>
                <a:latin typeface="Archivo Black"/>
                <a:ea typeface="Archivo Black"/>
                <a:cs typeface="Archivo Black"/>
                <a:sym typeface="Archivo Black"/>
              </a:rPr>
              <a:t> • Applying styles to previous HTML pages</a:t>
            </a:r>
            <a:endParaRPr sz="700"/>
          </a:p>
          <a:p>
            <a:pPr indent="0" lvl="0" marL="0" marR="0" rtl="0" algn="l">
              <a:lnSpc>
                <a:spcPct val="140021"/>
              </a:lnSpc>
              <a:spcBef>
                <a:spcPts val="0"/>
              </a:spcBef>
              <a:spcAft>
                <a:spcPts val="0"/>
              </a:spcAft>
              <a:buNone/>
            </a:pPr>
            <a:r>
              <a:rPr b="0" i="0" lang="ru" sz="900" u="none" cap="none" strike="noStrike">
                <a:solidFill>
                  <a:srgbClr val="000000"/>
                </a:solidFill>
                <a:latin typeface="Archivo Black"/>
                <a:ea typeface="Archivo Black"/>
                <a:cs typeface="Archivo Black"/>
                <a:sym typeface="Archivo Black"/>
              </a:rPr>
              <a:t> • Completing styling challenges</a:t>
            </a:r>
            <a:endParaRPr sz="700"/>
          </a:p>
          <a:p>
            <a:pPr indent="0" lvl="0" marL="0" marR="0" rtl="0" algn="l">
              <a:lnSpc>
                <a:spcPct val="140021"/>
              </a:lnSpc>
              <a:spcBef>
                <a:spcPts val="0"/>
              </a:spcBef>
              <a:spcAft>
                <a:spcPts val="0"/>
              </a:spcAft>
              <a:buNone/>
            </a:pPr>
            <a:r>
              <a:rPr b="0" i="0" lang="ru" sz="900" u="none" cap="none" strike="noStrike">
                <a:solidFill>
                  <a:srgbClr val="000000"/>
                </a:solidFill>
                <a:latin typeface="Archivo Black"/>
                <a:ea typeface="Archivo Black"/>
                <a:cs typeface="Archivo Black"/>
                <a:sym typeface="Archivo Black"/>
              </a:rPr>
              <a:t> • Experimenting with layouts and design</a:t>
            </a:r>
            <a:endParaRPr sz="700"/>
          </a:p>
        </p:txBody>
      </p:sp>
      <p:sp>
        <p:nvSpPr>
          <p:cNvPr id="394" name="Google Shape;394;p41"/>
          <p:cNvSpPr txBox="1"/>
          <p:nvPr/>
        </p:nvSpPr>
        <p:spPr>
          <a:xfrm>
            <a:off x="514350" y="3068911"/>
            <a:ext cx="3099613" cy="833120"/>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None/>
            </a:pPr>
            <a:r>
              <a:rPr b="0" i="0" lang="ru" sz="900" u="none" cap="none" strike="noStrike">
                <a:solidFill>
                  <a:srgbClr val="000000"/>
                </a:solidFill>
                <a:latin typeface="Archivo Black"/>
                <a:ea typeface="Archivo Black"/>
                <a:cs typeface="Archivo Black"/>
                <a:sym typeface="Archivo Black"/>
              </a:rPr>
              <a:t>✔ JavaScript — ~13 hours</a:t>
            </a:r>
            <a:endParaRPr sz="700"/>
          </a:p>
          <a:p>
            <a:pPr indent="0" lvl="0" marL="0" marR="0" rtl="0" algn="l">
              <a:lnSpc>
                <a:spcPct val="140021"/>
              </a:lnSpc>
              <a:spcBef>
                <a:spcPts val="0"/>
              </a:spcBef>
              <a:spcAft>
                <a:spcPts val="0"/>
              </a:spcAft>
              <a:buNone/>
            </a:pPr>
            <a:r>
              <a:rPr b="0" i="0" lang="ru" sz="900" u="none" cap="none" strike="noStrike">
                <a:solidFill>
                  <a:srgbClr val="000000"/>
                </a:solidFill>
                <a:latin typeface="Archivo Black"/>
                <a:ea typeface="Archivo Black"/>
                <a:cs typeface="Archivo Black"/>
                <a:sym typeface="Archivo Black"/>
              </a:rPr>
              <a:t> • Studying variables, functions, DOM, events</a:t>
            </a:r>
            <a:endParaRPr sz="700"/>
          </a:p>
          <a:p>
            <a:pPr indent="0" lvl="0" marL="0" marR="0" rtl="0" algn="l">
              <a:lnSpc>
                <a:spcPct val="140021"/>
              </a:lnSpc>
              <a:spcBef>
                <a:spcPts val="0"/>
              </a:spcBef>
              <a:spcAft>
                <a:spcPts val="0"/>
              </a:spcAft>
              <a:buNone/>
            </a:pPr>
            <a:r>
              <a:rPr b="0" i="0" lang="ru" sz="900" u="none" cap="none" strike="noStrike">
                <a:solidFill>
                  <a:srgbClr val="000000"/>
                </a:solidFill>
                <a:latin typeface="Archivo Black"/>
                <a:ea typeface="Archivo Black"/>
                <a:cs typeface="Archivo Black"/>
                <a:sym typeface="Archivo Black"/>
              </a:rPr>
              <a:t> • Building interactive mini-programs</a:t>
            </a:r>
            <a:endParaRPr sz="700"/>
          </a:p>
          <a:p>
            <a:pPr indent="0" lvl="0" marL="0" marR="0" rtl="0" algn="l">
              <a:lnSpc>
                <a:spcPct val="140021"/>
              </a:lnSpc>
              <a:spcBef>
                <a:spcPts val="0"/>
              </a:spcBef>
              <a:spcAft>
                <a:spcPts val="0"/>
              </a:spcAft>
              <a:buNone/>
            </a:pPr>
            <a:r>
              <a:rPr b="0" i="0" lang="ru" sz="900" u="none" cap="none" strike="noStrike">
                <a:solidFill>
                  <a:srgbClr val="000000"/>
                </a:solidFill>
                <a:latin typeface="Archivo Black"/>
                <a:ea typeface="Archivo Black"/>
                <a:cs typeface="Archivo Black"/>
                <a:sym typeface="Archivo Black"/>
              </a:rPr>
              <a:t> • Working with buttons, sliders, and user input</a:t>
            </a:r>
            <a:endParaRPr sz="700"/>
          </a:p>
          <a:p>
            <a:pPr indent="0" lvl="0" marL="0" marR="0" rtl="0" algn="l">
              <a:lnSpc>
                <a:spcPct val="140021"/>
              </a:lnSpc>
              <a:spcBef>
                <a:spcPts val="0"/>
              </a:spcBef>
              <a:spcAft>
                <a:spcPts val="0"/>
              </a:spcAft>
              <a:buNone/>
            </a:pPr>
            <a:r>
              <a:rPr b="0" i="0" lang="ru" sz="900" u="none" cap="none" strike="noStrike">
                <a:solidFill>
                  <a:srgbClr val="000000"/>
                </a:solidFill>
                <a:latin typeface="Archivo Black"/>
                <a:ea typeface="Archivo Black"/>
                <a:cs typeface="Archivo Black"/>
                <a:sym typeface="Archivo Black"/>
              </a:rPr>
              <a:t> • Debugging and testing code</a:t>
            </a:r>
            <a:endParaRPr sz="7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42"/>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grpSp>
        <p:nvGrpSpPr>
          <p:cNvPr id="400" name="Google Shape;400;p42"/>
          <p:cNvGrpSpPr/>
          <p:nvPr/>
        </p:nvGrpSpPr>
        <p:grpSpPr>
          <a:xfrm>
            <a:off x="5954022" y="-90413"/>
            <a:ext cx="3189979" cy="5233913"/>
            <a:chOff x="0" y="-47625"/>
            <a:chExt cx="1680318" cy="2756958"/>
          </a:xfrm>
        </p:grpSpPr>
        <p:sp>
          <p:nvSpPr>
            <p:cNvPr id="401" name="Google Shape;401;p42"/>
            <p:cNvSpPr/>
            <p:nvPr/>
          </p:nvSpPr>
          <p:spPr>
            <a:xfrm>
              <a:off x="0" y="0"/>
              <a:ext cx="1680318" cy="2709333"/>
            </a:xfrm>
            <a:custGeom>
              <a:rect b="b" l="l" r="r" t="t"/>
              <a:pathLst>
                <a:path extrusionOk="0" h="2709333" w="1680318">
                  <a:moveTo>
                    <a:pt x="0" y="0"/>
                  </a:moveTo>
                  <a:lnTo>
                    <a:pt x="1680318" y="0"/>
                  </a:lnTo>
                  <a:lnTo>
                    <a:pt x="1680318" y="2709333"/>
                  </a:lnTo>
                  <a:lnTo>
                    <a:pt x="0" y="2709333"/>
                  </a:lnTo>
                  <a:close/>
                </a:path>
              </a:pathLst>
            </a:custGeom>
            <a:solidFill>
              <a:srgbClr val="004AAD"/>
            </a:solidFill>
            <a:ln>
              <a:noFill/>
            </a:ln>
          </p:spPr>
        </p:sp>
        <p:sp>
          <p:nvSpPr>
            <p:cNvPr id="402" name="Google Shape;402;p42"/>
            <p:cNvSpPr txBox="1"/>
            <p:nvPr/>
          </p:nvSpPr>
          <p:spPr>
            <a:xfrm>
              <a:off x="0" y="-47625"/>
              <a:ext cx="1680318" cy="2756958"/>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403" name="Google Shape;403;p42"/>
          <p:cNvGrpSpPr/>
          <p:nvPr/>
        </p:nvGrpSpPr>
        <p:grpSpPr>
          <a:xfrm>
            <a:off x="5320292" y="803376"/>
            <a:ext cx="934133" cy="934133"/>
            <a:chOff x="0" y="0"/>
            <a:chExt cx="812800" cy="812800"/>
          </a:xfrm>
        </p:grpSpPr>
        <p:sp>
          <p:nvSpPr>
            <p:cNvPr id="404" name="Google Shape;404;p4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05" name="Google Shape;405;p42"/>
            <p:cNvSpPr txBox="1"/>
            <p:nvPr/>
          </p:nvSpPr>
          <p:spPr>
            <a:xfrm>
              <a:off x="76200" y="28575"/>
              <a:ext cx="660400" cy="708025"/>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406" name="Google Shape;406;p42"/>
          <p:cNvSpPr txBox="1"/>
          <p:nvPr/>
        </p:nvSpPr>
        <p:spPr>
          <a:xfrm>
            <a:off x="6782854" y="1868068"/>
            <a:ext cx="1942046" cy="2004989"/>
          </a:xfrm>
          <a:prstGeom prst="rect">
            <a:avLst/>
          </a:prstGeom>
          <a:noFill/>
          <a:ln>
            <a:noFill/>
          </a:ln>
        </p:spPr>
        <p:txBody>
          <a:bodyPr anchorCtr="0" anchor="t" bIns="0" lIns="0" spcFirstLastPara="1" rIns="0" wrap="square" tIns="0">
            <a:spAutoFit/>
          </a:bodyPr>
          <a:lstStyle/>
          <a:p>
            <a:pPr indent="0" lvl="0" marL="0" marR="0" rtl="0" algn="r">
              <a:lnSpc>
                <a:spcPct val="140026"/>
              </a:lnSpc>
              <a:spcBef>
                <a:spcPts val="0"/>
              </a:spcBef>
              <a:spcAft>
                <a:spcPts val="0"/>
              </a:spcAft>
              <a:buNone/>
            </a:pPr>
            <a:r>
              <a:rPr b="0" i="0" lang="ru" sz="1100" u="none" cap="none" strike="noStrike">
                <a:solidFill>
                  <a:srgbClr val="FFFFFF"/>
                </a:solidFill>
                <a:latin typeface="Poppins"/>
                <a:ea typeface="Poppins"/>
                <a:cs typeface="Poppins"/>
                <a:sym typeface="Poppins"/>
              </a:rPr>
              <a:t>The Web Development course on SoloLearn covers: HTML basics, CSS styling, JavaScript, responsive design, DOM manipulation, events &amp; event handling, forms and validation, AJAX &amp; API usage, and performance optimization.</a:t>
            </a:r>
            <a:endParaRPr sz="700"/>
          </a:p>
        </p:txBody>
      </p:sp>
      <p:grpSp>
        <p:nvGrpSpPr>
          <p:cNvPr id="407" name="Google Shape;407;p42"/>
          <p:cNvGrpSpPr/>
          <p:nvPr/>
        </p:nvGrpSpPr>
        <p:grpSpPr>
          <a:xfrm>
            <a:off x="5320292" y="2105146"/>
            <a:ext cx="934133" cy="934133"/>
            <a:chOff x="0" y="0"/>
            <a:chExt cx="812800" cy="812800"/>
          </a:xfrm>
        </p:grpSpPr>
        <p:sp>
          <p:nvSpPr>
            <p:cNvPr id="408" name="Google Shape;408;p4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09" name="Google Shape;409;p42"/>
            <p:cNvSpPr txBox="1"/>
            <p:nvPr/>
          </p:nvSpPr>
          <p:spPr>
            <a:xfrm>
              <a:off x="76200" y="28575"/>
              <a:ext cx="660400" cy="708025"/>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410" name="Google Shape;410;p42"/>
          <p:cNvGrpSpPr/>
          <p:nvPr/>
        </p:nvGrpSpPr>
        <p:grpSpPr>
          <a:xfrm>
            <a:off x="5320292" y="3405991"/>
            <a:ext cx="934133" cy="934133"/>
            <a:chOff x="0" y="0"/>
            <a:chExt cx="812800" cy="812800"/>
          </a:xfrm>
        </p:grpSpPr>
        <p:sp>
          <p:nvSpPr>
            <p:cNvPr id="411" name="Google Shape;411;p4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12" name="Google Shape;412;p42"/>
            <p:cNvSpPr txBox="1"/>
            <p:nvPr/>
          </p:nvSpPr>
          <p:spPr>
            <a:xfrm>
              <a:off x="76200" y="28575"/>
              <a:ext cx="660400" cy="708025"/>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413" name="Google Shape;413;p42"/>
          <p:cNvGrpSpPr/>
          <p:nvPr/>
        </p:nvGrpSpPr>
        <p:grpSpPr>
          <a:xfrm>
            <a:off x="-485270" y="912759"/>
            <a:ext cx="800967" cy="3323743"/>
            <a:chOff x="0" y="-47625"/>
            <a:chExt cx="421908" cy="1750778"/>
          </a:xfrm>
        </p:grpSpPr>
        <p:sp>
          <p:nvSpPr>
            <p:cNvPr id="414" name="Google Shape;414;p42"/>
            <p:cNvSpPr/>
            <p:nvPr/>
          </p:nvSpPr>
          <p:spPr>
            <a:xfrm>
              <a:off x="0" y="0"/>
              <a:ext cx="421908" cy="1703153"/>
            </a:xfrm>
            <a:custGeom>
              <a:rect b="b" l="l" r="r" t="t"/>
              <a:pathLst>
                <a:path extrusionOk="0" h="1703153" w="421908">
                  <a:moveTo>
                    <a:pt x="210954" y="0"/>
                  </a:moveTo>
                  <a:lnTo>
                    <a:pt x="210954" y="0"/>
                  </a:lnTo>
                  <a:cubicBezTo>
                    <a:pt x="266903" y="0"/>
                    <a:pt x="320560" y="22225"/>
                    <a:pt x="360121" y="61787"/>
                  </a:cubicBezTo>
                  <a:cubicBezTo>
                    <a:pt x="399683" y="101349"/>
                    <a:pt x="421908" y="155006"/>
                    <a:pt x="421908" y="210954"/>
                  </a:cubicBezTo>
                  <a:lnTo>
                    <a:pt x="421908" y="1492199"/>
                  </a:lnTo>
                  <a:cubicBezTo>
                    <a:pt x="421908" y="1548147"/>
                    <a:pt x="399683" y="1601804"/>
                    <a:pt x="360121" y="1641366"/>
                  </a:cubicBezTo>
                  <a:cubicBezTo>
                    <a:pt x="320560" y="1680928"/>
                    <a:pt x="266903" y="1703153"/>
                    <a:pt x="210954" y="1703153"/>
                  </a:cubicBezTo>
                  <a:lnTo>
                    <a:pt x="210954" y="1703153"/>
                  </a:lnTo>
                  <a:cubicBezTo>
                    <a:pt x="155006" y="1703153"/>
                    <a:pt x="101349" y="1680928"/>
                    <a:pt x="61787" y="1641366"/>
                  </a:cubicBezTo>
                  <a:cubicBezTo>
                    <a:pt x="22225" y="1601804"/>
                    <a:pt x="0" y="1548147"/>
                    <a:pt x="0" y="1492199"/>
                  </a:cubicBezTo>
                  <a:lnTo>
                    <a:pt x="0" y="210954"/>
                  </a:lnTo>
                  <a:cubicBezTo>
                    <a:pt x="0" y="155006"/>
                    <a:pt x="22225" y="101349"/>
                    <a:pt x="61787" y="61787"/>
                  </a:cubicBezTo>
                  <a:cubicBezTo>
                    <a:pt x="101349" y="22225"/>
                    <a:pt x="155006" y="0"/>
                    <a:pt x="210954" y="0"/>
                  </a:cubicBezTo>
                  <a:close/>
                </a:path>
              </a:pathLst>
            </a:custGeom>
            <a:solidFill>
              <a:srgbClr val="004AA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15" name="Google Shape;415;p42"/>
            <p:cNvSpPr txBox="1"/>
            <p:nvPr/>
          </p:nvSpPr>
          <p:spPr>
            <a:xfrm>
              <a:off x="0" y="-47625"/>
              <a:ext cx="421908" cy="1750778"/>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416" name="Google Shape;416;p42"/>
          <p:cNvSpPr txBox="1"/>
          <p:nvPr/>
        </p:nvSpPr>
        <p:spPr>
          <a:xfrm>
            <a:off x="6521124" y="843142"/>
            <a:ext cx="2121690" cy="811740"/>
          </a:xfrm>
          <a:prstGeom prst="rect">
            <a:avLst/>
          </a:prstGeom>
          <a:noFill/>
          <a:ln>
            <a:noFill/>
          </a:ln>
        </p:spPr>
        <p:txBody>
          <a:bodyPr anchorCtr="0" anchor="t" bIns="0" lIns="0" spcFirstLastPara="1" rIns="0" wrap="square" tIns="0">
            <a:spAutoFit/>
          </a:bodyPr>
          <a:lstStyle/>
          <a:p>
            <a:pPr indent="0" lvl="0" marL="0" marR="0" rtl="0" algn="r">
              <a:lnSpc>
                <a:spcPct val="139995"/>
              </a:lnSpc>
              <a:spcBef>
                <a:spcPts val="0"/>
              </a:spcBef>
              <a:spcAft>
                <a:spcPts val="0"/>
              </a:spcAft>
              <a:buNone/>
            </a:pPr>
            <a:r>
              <a:rPr b="1" i="0" lang="ru" sz="2400" u="none" cap="none" strike="noStrike">
                <a:solidFill>
                  <a:srgbClr val="FFFFFF"/>
                </a:solidFill>
                <a:latin typeface="League Spartan"/>
                <a:ea typeface="League Spartan"/>
                <a:cs typeface="League Spartan"/>
                <a:sym typeface="League Spartan"/>
              </a:rPr>
              <a:t>COURSE OVERVIEW </a:t>
            </a:r>
            <a:endParaRPr sz="700"/>
          </a:p>
        </p:txBody>
      </p:sp>
      <p:sp>
        <p:nvSpPr>
          <p:cNvPr id="417" name="Google Shape;417;p42"/>
          <p:cNvSpPr txBox="1"/>
          <p:nvPr/>
        </p:nvSpPr>
        <p:spPr>
          <a:xfrm>
            <a:off x="667542" y="1192732"/>
            <a:ext cx="3987802" cy="3355663"/>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b="0" i="0" lang="ru" sz="1200" u="none" cap="none" strike="noStrike">
                <a:solidFill>
                  <a:srgbClr val="000000"/>
                </a:solidFill>
                <a:latin typeface="Poppins"/>
                <a:ea typeface="Poppins"/>
                <a:cs typeface="Poppins"/>
                <a:sym typeface="Poppins"/>
              </a:rPr>
              <a:t>During the course I learned how to:</a:t>
            </a:r>
            <a:endParaRPr sz="700"/>
          </a:p>
          <a:p>
            <a:pPr indent="-127000" lvl="1" marL="254000" marR="0" rtl="0" algn="just">
              <a:lnSpc>
                <a:spcPct val="140016"/>
              </a:lnSpc>
              <a:spcBef>
                <a:spcPts val="0"/>
              </a:spcBef>
              <a:spcAft>
                <a:spcPts val="0"/>
              </a:spcAft>
              <a:buClr>
                <a:srgbClr val="000000"/>
              </a:buClr>
              <a:buSzPts val="1200"/>
              <a:buFont typeface="Arial"/>
              <a:buChar char="•"/>
            </a:pPr>
            <a:r>
              <a:rPr b="0" i="0" lang="ru" sz="1200" u="none" cap="none" strike="noStrike">
                <a:solidFill>
                  <a:srgbClr val="000000"/>
                </a:solidFill>
                <a:latin typeface="Poppins"/>
                <a:ea typeface="Poppins"/>
                <a:cs typeface="Poppins"/>
                <a:sym typeface="Poppins"/>
              </a:rPr>
              <a:t>Create structured web pages with HTML</a:t>
            </a:r>
            <a:endParaRPr sz="700"/>
          </a:p>
          <a:p>
            <a:pPr indent="-127000" lvl="1" marL="254000" marR="0" rtl="0" algn="just">
              <a:lnSpc>
                <a:spcPct val="140016"/>
              </a:lnSpc>
              <a:spcBef>
                <a:spcPts val="0"/>
              </a:spcBef>
              <a:spcAft>
                <a:spcPts val="0"/>
              </a:spcAft>
              <a:buClr>
                <a:srgbClr val="000000"/>
              </a:buClr>
              <a:buSzPts val="1200"/>
              <a:buFont typeface="Arial"/>
              <a:buChar char="•"/>
            </a:pPr>
            <a:r>
              <a:rPr b="0" i="0" lang="ru" sz="1200" u="none" cap="none" strike="noStrike">
                <a:solidFill>
                  <a:srgbClr val="000000"/>
                </a:solidFill>
                <a:latin typeface="Poppins"/>
                <a:ea typeface="Poppins"/>
                <a:cs typeface="Poppins"/>
                <a:sym typeface="Poppins"/>
              </a:rPr>
              <a:t>Style pages with CSS for layout, colors, and responsive design</a:t>
            </a:r>
            <a:endParaRPr sz="700"/>
          </a:p>
          <a:p>
            <a:pPr indent="-127000" lvl="1" marL="254000" marR="0" rtl="0" algn="just">
              <a:lnSpc>
                <a:spcPct val="140016"/>
              </a:lnSpc>
              <a:spcBef>
                <a:spcPts val="0"/>
              </a:spcBef>
              <a:spcAft>
                <a:spcPts val="0"/>
              </a:spcAft>
              <a:buClr>
                <a:srgbClr val="000000"/>
              </a:buClr>
              <a:buSzPts val="1200"/>
              <a:buFont typeface="Arial"/>
              <a:buChar char="•"/>
            </a:pPr>
            <a:r>
              <a:rPr b="0" i="0" lang="ru" sz="1200" u="none" cap="none" strike="noStrike">
                <a:solidFill>
                  <a:srgbClr val="000000"/>
                </a:solidFill>
                <a:latin typeface="Poppins"/>
                <a:ea typeface="Poppins"/>
                <a:cs typeface="Poppins"/>
                <a:sym typeface="Poppins"/>
              </a:rPr>
              <a:t>Use JavaScript to add interactivity and dynamic content</a:t>
            </a:r>
            <a:endParaRPr sz="700"/>
          </a:p>
          <a:p>
            <a:pPr indent="-127000" lvl="1" marL="254000" marR="0" rtl="0" algn="just">
              <a:lnSpc>
                <a:spcPct val="140016"/>
              </a:lnSpc>
              <a:spcBef>
                <a:spcPts val="0"/>
              </a:spcBef>
              <a:spcAft>
                <a:spcPts val="0"/>
              </a:spcAft>
              <a:buClr>
                <a:srgbClr val="000000"/>
              </a:buClr>
              <a:buSzPts val="1200"/>
              <a:buFont typeface="Arial"/>
              <a:buChar char="•"/>
            </a:pPr>
            <a:r>
              <a:rPr b="0" i="0" lang="ru" sz="1200" u="none" cap="none" strike="noStrike">
                <a:solidFill>
                  <a:srgbClr val="000000"/>
                </a:solidFill>
                <a:latin typeface="Poppins"/>
                <a:ea typeface="Poppins"/>
                <a:cs typeface="Poppins"/>
                <a:sym typeface="Poppins"/>
              </a:rPr>
              <a:t>Manipulate the DOM to update page content dynamically</a:t>
            </a:r>
            <a:endParaRPr sz="700"/>
          </a:p>
          <a:p>
            <a:pPr indent="-127000" lvl="1" marL="254000" marR="0" rtl="0" algn="just">
              <a:lnSpc>
                <a:spcPct val="140016"/>
              </a:lnSpc>
              <a:spcBef>
                <a:spcPts val="0"/>
              </a:spcBef>
              <a:spcAft>
                <a:spcPts val="0"/>
              </a:spcAft>
              <a:buClr>
                <a:srgbClr val="000000"/>
              </a:buClr>
              <a:buSzPts val="1200"/>
              <a:buFont typeface="Arial"/>
              <a:buChar char="•"/>
            </a:pPr>
            <a:r>
              <a:rPr b="0" i="0" lang="ru" sz="1200" u="none" cap="none" strike="noStrike">
                <a:solidFill>
                  <a:srgbClr val="000000"/>
                </a:solidFill>
                <a:latin typeface="Poppins"/>
                <a:ea typeface="Poppins"/>
                <a:cs typeface="Poppins"/>
                <a:sym typeface="Poppins"/>
              </a:rPr>
              <a:t>Handle user events (clicks, inputs, form submission)</a:t>
            </a:r>
            <a:endParaRPr sz="700"/>
          </a:p>
          <a:p>
            <a:pPr indent="-127000" lvl="1" marL="254000" marR="0" rtl="0" algn="just">
              <a:lnSpc>
                <a:spcPct val="140016"/>
              </a:lnSpc>
              <a:spcBef>
                <a:spcPts val="0"/>
              </a:spcBef>
              <a:spcAft>
                <a:spcPts val="0"/>
              </a:spcAft>
              <a:buClr>
                <a:srgbClr val="000000"/>
              </a:buClr>
              <a:buSzPts val="1200"/>
              <a:buFont typeface="Arial"/>
              <a:buChar char="•"/>
            </a:pPr>
            <a:r>
              <a:rPr b="0" i="0" lang="ru" sz="1200" u="none" cap="none" strike="noStrike">
                <a:solidFill>
                  <a:srgbClr val="000000"/>
                </a:solidFill>
                <a:latin typeface="Poppins"/>
                <a:ea typeface="Poppins"/>
                <a:cs typeface="Poppins"/>
                <a:sym typeface="Poppins"/>
              </a:rPr>
              <a:t>Build and validate web forms</a:t>
            </a:r>
            <a:endParaRPr sz="700"/>
          </a:p>
          <a:p>
            <a:pPr indent="-127000" lvl="1" marL="254000" marR="0" rtl="0" algn="just">
              <a:lnSpc>
                <a:spcPct val="140016"/>
              </a:lnSpc>
              <a:spcBef>
                <a:spcPts val="0"/>
              </a:spcBef>
              <a:spcAft>
                <a:spcPts val="0"/>
              </a:spcAft>
              <a:buClr>
                <a:srgbClr val="000000"/>
              </a:buClr>
              <a:buSzPts val="1200"/>
              <a:buFont typeface="Arial"/>
              <a:buChar char="•"/>
            </a:pPr>
            <a:r>
              <a:rPr b="0" i="0" lang="ru" sz="1200" u="none" cap="none" strike="noStrike">
                <a:solidFill>
                  <a:srgbClr val="000000"/>
                </a:solidFill>
                <a:latin typeface="Poppins"/>
                <a:ea typeface="Poppins"/>
                <a:cs typeface="Poppins"/>
                <a:sym typeface="Poppins"/>
              </a:rPr>
              <a:t>Fetch data from APIs with AJAX and integrate external data</a:t>
            </a:r>
            <a:endParaRPr sz="700"/>
          </a:p>
          <a:p>
            <a:pPr indent="-127000" lvl="1" marL="254000" marR="0" rtl="0" algn="just">
              <a:lnSpc>
                <a:spcPct val="140016"/>
              </a:lnSpc>
              <a:spcBef>
                <a:spcPts val="0"/>
              </a:spcBef>
              <a:spcAft>
                <a:spcPts val="0"/>
              </a:spcAft>
              <a:buClr>
                <a:srgbClr val="000000"/>
              </a:buClr>
              <a:buSzPts val="1200"/>
              <a:buFont typeface="Arial"/>
              <a:buChar char="•"/>
            </a:pPr>
            <a:r>
              <a:rPr b="0" i="0" lang="ru" sz="1200" u="none" cap="none" strike="noStrike">
                <a:solidFill>
                  <a:srgbClr val="000000"/>
                </a:solidFill>
                <a:latin typeface="Poppins"/>
                <a:ea typeface="Poppins"/>
                <a:cs typeface="Poppins"/>
                <a:sym typeface="Poppins"/>
              </a:rPr>
              <a:t>Optimize pages for better performance and responsiveness</a:t>
            </a:r>
            <a:endParaRPr sz="700"/>
          </a:p>
          <a:p>
            <a:pPr indent="0" lvl="0" marL="0" marR="0" rtl="0" algn="just">
              <a:lnSpc>
                <a:spcPct val="140016"/>
              </a:lnSpc>
              <a:spcBef>
                <a:spcPts val="0"/>
              </a:spcBef>
              <a:spcAft>
                <a:spcPts val="0"/>
              </a:spcAft>
              <a:buNone/>
            </a:pPr>
            <a:r>
              <a:t/>
            </a:r>
            <a:endParaRPr b="0" i="0" sz="1200" u="none" cap="none" strike="noStrike">
              <a:solidFill>
                <a:srgbClr val="000000"/>
              </a:solidFill>
              <a:latin typeface="Poppins"/>
              <a:ea typeface="Poppins"/>
              <a:cs typeface="Poppins"/>
              <a:sym typeface="Poppins"/>
            </a:endParaRPr>
          </a:p>
        </p:txBody>
      </p:sp>
      <p:sp>
        <p:nvSpPr>
          <p:cNvPr id="418" name="Google Shape;418;p42"/>
          <p:cNvSpPr txBox="1"/>
          <p:nvPr/>
        </p:nvSpPr>
        <p:spPr>
          <a:xfrm>
            <a:off x="-1040395" y="760514"/>
            <a:ext cx="4622002" cy="397403"/>
          </a:xfrm>
          <a:prstGeom prst="rect">
            <a:avLst/>
          </a:prstGeom>
          <a:noFill/>
          <a:ln>
            <a:noFill/>
          </a:ln>
        </p:spPr>
        <p:txBody>
          <a:bodyPr anchorCtr="0" anchor="t" bIns="0" lIns="0" spcFirstLastPara="1" rIns="0" wrap="square" tIns="0">
            <a:spAutoFit/>
          </a:bodyPr>
          <a:lstStyle/>
          <a:p>
            <a:pPr indent="0" lvl="0" marL="0" marR="0" rtl="0" algn="r">
              <a:lnSpc>
                <a:spcPct val="139995"/>
              </a:lnSpc>
              <a:spcBef>
                <a:spcPts val="0"/>
              </a:spcBef>
              <a:spcAft>
                <a:spcPts val="0"/>
              </a:spcAft>
              <a:buNone/>
            </a:pPr>
            <a:r>
              <a:rPr b="1" i="0" lang="ru" sz="2400" u="none" cap="none" strike="noStrike">
                <a:solidFill>
                  <a:srgbClr val="000000"/>
                </a:solidFill>
                <a:latin typeface="League Spartan"/>
                <a:ea typeface="League Spartan"/>
                <a:cs typeface="League Spartan"/>
                <a:sym typeface="League Spartan"/>
              </a:rPr>
              <a:t> SKILLS GAINED </a:t>
            </a:r>
            <a:endParaRPr sz="7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43"/>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grpSp>
        <p:nvGrpSpPr>
          <p:cNvPr id="424" name="Google Shape;424;p43"/>
          <p:cNvGrpSpPr/>
          <p:nvPr/>
        </p:nvGrpSpPr>
        <p:grpSpPr>
          <a:xfrm>
            <a:off x="-129621" y="2348814"/>
            <a:ext cx="9401175" cy="1093713"/>
            <a:chOff x="0" y="-47625"/>
            <a:chExt cx="4952059" cy="576112"/>
          </a:xfrm>
        </p:grpSpPr>
        <p:sp>
          <p:nvSpPr>
            <p:cNvPr id="425" name="Google Shape;425;p43"/>
            <p:cNvSpPr/>
            <p:nvPr/>
          </p:nvSpPr>
          <p:spPr>
            <a:xfrm>
              <a:off x="0" y="0"/>
              <a:ext cx="4952059" cy="528487"/>
            </a:xfrm>
            <a:custGeom>
              <a:rect b="b" l="l" r="r" t="t"/>
              <a:pathLst>
                <a:path extrusionOk="0" h="528487" w="4952059">
                  <a:moveTo>
                    <a:pt x="20999" y="0"/>
                  </a:moveTo>
                  <a:lnTo>
                    <a:pt x="4931060" y="0"/>
                  </a:lnTo>
                  <a:cubicBezTo>
                    <a:pt x="4936629" y="0"/>
                    <a:pt x="4941970" y="2212"/>
                    <a:pt x="4945909" y="6151"/>
                  </a:cubicBezTo>
                  <a:cubicBezTo>
                    <a:pt x="4949847" y="10089"/>
                    <a:pt x="4952059" y="15430"/>
                    <a:pt x="4952059" y="20999"/>
                  </a:cubicBezTo>
                  <a:lnTo>
                    <a:pt x="4952059" y="507488"/>
                  </a:lnTo>
                  <a:cubicBezTo>
                    <a:pt x="4952059" y="519086"/>
                    <a:pt x="4942658" y="528487"/>
                    <a:pt x="4931060" y="528487"/>
                  </a:cubicBezTo>
                  <a:lnTo>
                    <a:pt x="20999" y="528487"/>
                  </a:lnTo>
                  <a:cubicBezTo>
                    <a:pt x="15430" y="528487"/>
                    <a:pt x="10089" y="526275"/>
                    <a:pt x="6151" y="522337"/>
                  </a:cubicBezTo>
                  <a:cubicBezTo>
                    <a:pt x="2212" y="518399"/>
                    <a:pt x="0" y="513057"/>
                    <a:pt x="0" y="507488"/>
                  </a:cubicBezTo>
                  <a:lnTo>
                    <a:pt x="0" y="20999"/>
                  </a:lnTo>
                  <a:cubicBezTo>
                    <a:pt x="0" y="15430"/>
                    <a:pt x="2212" y="10089"/>
                    <a:pt x="6151" y="6151"/>
                  </a:cubicBezTo>
                  <a:cubicBezTo>
                    <a:pt x="10089" y="2212"/>
                    <a:pt x="15430" y="0"/>
                    <a:pt x="20999" y="0"/>
                  </a:cubicBezTo>
                  <a:close/>
                </a:path>
              </a:pathLst>
            </a:custGeom>
            <a:solidFill>
              <a:srgbClr val="004AA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26" name="Google Shape;426;p43"/>
            <p:cNvSpPr txBox="1"/>
            <p:nvPr/>
          </p:nvSpPr>
          <p:spPr>
            <a:xfrm>
              <a:off x="0" y="-47625"/>
              <a:ext cx="4952059" cy="576112"/>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427" name="Google Shape;427;p43"/>
          <p:cNvSpPr txBox="1"/>
          <p:nvPr/>
        </p:nvSpPr>
        <p:spPr>
          <a:xfrm>
            <a:off x="358139" y="461963"/>
            <a:ext cx="8425653" cy="483630"/>
          </a:xfrm>
          <a:prstGeom prst="rect">
            <a:avLst/>
          </a:prstGeom>
          <a:noFill/>
          <a:ln>
            <a:noFill/>
          </a:ln>
        </p:spPr>
        <p:txBody>
          <a:bodyPr anchorCtr="0" anchor="t" bIns="0" lIns="0" spcFirstLastPara="1" rIns="0" wrap="square" tIns="0">
            <a:spAutoFit/>
          </a:bodyPr>
          <a:lstStyle/>
          <a:p>
            <a:pPr indent="0" lvl="0" marL="0" marR="0" rtl="0" algn="ctr">
              <a:lnSpc>
                <a:spcPct val="139985"/>
              </a:lnSpc>
              <a:spcBef>
                <a:spcPts val="0"/>
              </a:spcBef>
              <a:spcAft>
                <a:spcPts val="0"/>
              </a:spcAft>
              <a:buNone/>
            </a:pPr>
            <a:r>
              <a:rPr b="0" i="0" lang="ru" sz="2800" u="none" cap="none" strike="noStrike">
                <a:solidFill>
                  <a:srgbClr val="004AAD"/>
                </a:solidFill>
                <a:latin typeface="League Spartan"/>
                <a:ea typeface="League Spartan"/>
                <a:cs typeface="League Spartan"/>
                <a:sym typeface="League Spartan"/>
              </a:rPr>
              <a:t>WHAT YOU LEARN (COURSE CONTENTS)</a:t>
            </a:r>
            <a:endParaRPr sz="700"/>
          </a:p>
        </p:txBody>
      </p:sp>
      <p:sp>
        <p:nvSpPr>
          <p:cNvPr id="428" name="Google Shape;428;p43"/>
          <p:cNvSpPr txBox="1"/>
          <p:nvPr/>
        </p:nvSpPr>
        <p:spPr>
          <a:xfrm>
            <a:off x="358139" y="993250"/>
            <a:ext cx="8154283" cy="1176879"/>
          </a:xfrm>
          <a:prstGeom prst="rect">
            <a:avLst/>
          </a:prstGeom>
          <a:noFill/>
          <a:ln>
            <a:noFill/>
          </a:ln>
        </p:spPr>
        <p:txBody>
          <a:bodyPr anchorCtr="0" anchor="t" bIns="0" lIns="0" spcFirstLastPara="1" rIns="0" wrap="square" tIns="0">
            <a:spAutoFit/>
          </a:bodyPr>
          <a:lstStyle/>
          <a:p>
            <a:pPr indent="0" lvl="0" marL="0" marR="0" rtl="0" algn="ctr">
              <a:lnSpc>
                <a:spcPct val="140018"/>
              </a:lnSpc>
              <a:spcBef>
                <a:spcPts val="0"/>
              </a:spcBef>
              <a:spcAft>
                <a:spcPts val="0"/>
              </a:spcAft>
              <a:buNone/>
            </a:pPr>
            <a:r>
              <a:rPr b="0" i="0" lang="ru" sz="1100" u="none" cap="none" strike="noStrike">
                <a:solidFill>
                  <a:srgbClr val="303642"/>
                </a:solidFill>
                <a:latin typeface="Poppins"/>
                <a:ea typeface="Poppins"/>
                <a:cs typeface="Poppins"/>
                <a:sym typeface="Poppins"/>
              </a:rPr>
              <a:t>The course includes:</a:t>
            </a:r>
            <a:endParaRPr sz="700"/>
          </a:p>
          <a:p>
            <a:pPr indent="-120650" lvl="1" marL="241300" marR="0" rtl="0" algn="ctr">
              <a:lnSpc>
                <a:spcPct val="140018"/>
              </a:lnSpc>
              <a:spcBef>
                <a:spcPts val="0"/>
              </a:spcBef>
              <a:spcAft>
                <a:spcPts val="0"/>
              </a:spcAft>
              <a:buClr>
                <a:srgbClr val="303642"/>
              </a:buClr>
              <a:buSzPts val="1100"/>
              <a:buFont typeface="Arial"/>
              <a:buChar char="•"/>
            </a:pPr>
            <a:r>
              <a:rPr b="0" i="0" lang="ru" sz="1100" u="none" cap="none" strike="noStrike">
                <a:solidFill>
                  <a:srgbClr val="303642"/>
                </a:solidFill>
                <a:latin typeface="Poppins"/>
                <a:ea typeface="Poppins"/>
                <a:cs typeface="Poppins"/>
                <a:sym typeface="Poppins"/>
              </a:rPr>
              <a:t>HTML fundamentals: page structure, tags, attributes, multimedia, forms, tables, lists. </a:t>
            </a:r>
            <a:endParaRPr sz="700"/>
          </a:p>
          <a:p>
            <a:pPr indent="-120650" lvl="1" marL="241300" marR="0" rtl="0" algn="ctr">
              <a:lnSpc>
                <a:spcPct val="140018"/>
              </a:lnSpc>
              <a:spcBef>
                <a:spcPts val="0"/>
              </a:spcBef>
              <a:spcAft>
                <a:spcPts val="0"/>
              </a:spcAft>
              <a:buClr>
                <a:srgbClr val="303642"/>
              </a:buClr>
              <a:buSzPts val="1100"/>
              <a:buFont typeface="Arial"/>
              <a:buChar char="•"/>
            </a:pPr>
            <a:r>
              <a:rPr b="0" i="0" lang="ru" sz="1100" u="none" cap="none" strike="noStrike">
                <a:solidFill>
                  <a:srgbClr val="303642"/>
                </a:solidFill>
                <a:latin typeface="Poppins"/>
                <a:ea typeface="Poppins"/>
                <a:cs typeface="Poppins"/>
                <a:sym typeface="Poppins"/>
              </a:rPr>
              <a:t>CSS styling: selectors, layout, box model, backgrounds, tables &amp; forms styling, responsiveness. </a:t>
            </a:r>
            <a:endParaRPr sz="700"/>
          </a:p>
          <a:p>
            <a:pPr indent="-120650" lvl="1" marL="241300" marR="0" rtl="0" algn="ctr">
              <a:lnSpc>
                <a:spcPct val="140018"/>
              </a:lnSpc>
              <a:spcBef>
                <a:spcPts val="0"/>
              </a:spcBef>
              <a:spcAft>
                <a:spcPts val="0"/>
              </a:spcAft>
              <a:buClr>
                <a:srgbClr val="303642"/>
              </a:buClr>
              <a:buSzPts val="1100"/>
              <a:buFont typeface="Arial"/>
              <a:buChar char="•"/>
            </a:pPr>
            <a:r>
              <a:rPr b="0" i="0" lang="ru" sz="1100" u="none" cap="none" strike="noStrike">
                <a:solidFill>
                  <a:srgbClr val="303642"/>
                </a:solidFill>
                <a:latin typeface="Poppins"/>
                <a:ea typeface="Poppins"/>
                <a:cs typeface="Poppins"/>
                <a:sym typeface="Poppins"/>
              </a:rPr>
              <a:t>JavaScript basics: variables, data types, functions, loops, conditionals, DOM &amp; event handling.</a:t>
            </a:r>
            <a:endParaRPr sz="700"/>
          </a:p>
          <a:p>
            <a:pPr indent="-120650" lvl="1" marL="241300" marR="0" rtl="0" algn="ctr">
              <a:lnSpc>
                <a:spcPct val="140018"/>
              </a:lnSpc>
              <a:spcBef>
                <a:spcPts val="0"/>
              </a:spcBef>
              <a:spcAft>
                <a:spcPts val="0"/>
              </a:spcAft>
              <a:buClr>
                <a:srgbClr val="303642"/>
              </a:buClr>
              <a:buSzPts val="1100"/>
              <a:buFont typeface="Arial"/>
              <a:buChar char="•"/>
            </a:pPr>
            <a:r>
              <a:rPr b="0" i="0" lang="ru" sz="1100" u="none" cap="none" strike="noStrike">
                <a:solidFill>
                  <a:srgbClr val="303642"/>
                </a:solidFill>
                <a:latin typeface="Poppins"/>
                <a:ea typeface="Poppins"/>
                <a:cs typeface="Poppins"/>
                <a:sym typeface="Poppins"/>
              </a:rPr>
              <a:t>Advanced web functionality: responsive design, AJAX &amp; API usage, performance optimization.</a:t>
            </a:r>
            <a:endParaRPr sz="700"/>
          </a:p>
          <a:p>
            <a:pPr indent="0" lvl="0" marL="0" marR="0" rtl="0" algn="ctr">
              <a:lnSpc>
                <a:spcPct val="140018"/>
              </a:lnSpc>
              <a:spcBef>
                <a:spcPts val="0"/>
              </a:spcBef>
              <a:spcAft>
                <a:spcPts val="0"/>
              </a:spcAft>
              <a:buNone/>
            </a:pPr>
            <a:r>
              <a:t/>
            </a:r>
            <a:endParaRPr b="0" i="0" sz="1100" u="none" cap="none" strike="noStrike">
              <a:solidFill>
                <a:srgbClr val="303642"/>
              </a:solidFill>
              <a:latin typeface="Poppins"/>
              <a:ea typeface="Poppins"/>
              <a:cs typeface="Poppins"/>
              <a:sym typeface="Poppins"/>
            </a:endParaRPr>
          </a:p>
        </p:txBody>
      </p:sp>
      <p:sp>
        <p:nvSpPr>
          <p:cNvPr id="429" name="Google Shape;429;p43"/>
          <p:cNvSpPr txBox="1"/>
          <p:nvPr/>
        </p:nvSpPr>
        <p:spPr>
          <a:xfrm>
            <a:off x="895642" y="3630663"/>
            <a:ext cx="7350648" cy="591013"/>
          </a:xfrm>
          <a:prstGeom prst="rect">
            <a:avLst/>
          </a:prstGeom>
          <a:noFill/>
          <a:ln>
            <a:noFill/>
          </a:ln>
        </p:spPr>
        <p:txBody>
          <a:bodyPr anchorCtr="0" anchor="t" bIns="0" lIns="0" spcFirstLastPara="1" rIns="0" wrap="square" tIns="0">
            <a:spAutoFit/>
          </a:bodyPr>
          <a:lstStyle/>
          <a:p>
            <a:pPr indent="0" lvl="0" marL="0" marR="0" rtl="0" algn="ctr">
              <a:lnSpc>
                <a:spcPct val="140018"/>
              </a:lnSpc>
              <a:spcBef>
                <a:spcPts val="0"/>
              </a:spcBef>
              <a:spcAft>
                <a:spcPts val="0"/>
              </a:spcAft>
              <a:buNone/>
            </a:pPr>
            <a:r>
              <a:rPr b="0" i="0" lang="ru" sz="1100" u="none" cap="none" strike="noStrike">
                <a:solidFill>
                  <a:srgbClr val="303642"/>
                </a:solidFill>
                <a:latin typeface="Poppins"/>
                <a:ea typeface="Poppins"/>
                <a:cs typeface="Poppins"/>
                <a:sym typeface="Poppins"/>
              </a:rPr>
              <a:t>This course gave me a strong foundation in front-end web development — exactly what is needed to build real websites. It improved my understanding of how web pages are built, how styling and logic work together, and how to create responsive, interactive, and data-driven web applications.</a:t>
            </a:r>
            <a:endParaRPr sz="700"/>
          </a:p>
        </p:txBody>
      </p:sp>
      <p:sp>
        <p:nvSpPr>
          <p:cNvPr id="430" name="Google Shape;430;p43"/>
          <p:cNvSpPr txBox="1"/>
          <p:nvPr/>
        </p:nvSpPr>
        <p:spPr>
          <a:xfrm>
            <a:off x="358139" y="2672868"/>
            <a:ext cx="8425653" cy="483630"/>
          </a:xfrm>
          <a:prstGeom prst="rect">
            <a:avLst/>
          </a:prstGeom>
          <a:noFill/>
          <a:ln>
            <a:noFill/>
          </a:ln>
        </p:spPr>
        <p:txBody>
          <a:bodyPr anchorCtr="0" anchor="t" bIns="0" lIns="0" spcFirstLastPara="1" rIns="0" wrap="square" tIns="0">
            <a:spAutoFit/>
          </a:bodyPr>
          <a:lstStyle/>
          <a:p>
            <a:pPr indent="0" lvl="0" marL="0" marR="0" rtl="0" algn="ctr">
              <a:lnSpc>
                <a:spcPct val="139985"/>
              </a:lnSpc>
              <a:spcBef>
                <a:spcPts val="0"/>
              </a:spcBef>
              <a:spcAft>
                <a:spcPts val="0"/>
              </a:spcAft>
              <a:buNone/>
            </a:pPr>
            <a:r>
              <a:rPr b="0" i="0" lang="ru" sz="2800" u="none" cap="none" strike="noStrike">
                <a:solidFill>
                  <a:srgbClr val="FFFFFF"/>
                </a:solidFill>
                <a:latin typeface="League Spartan"/>
                <a:ea typeface="League Spartan"/>
                <a:cs typeface="League Spartan"/>
                <a:sym typeface="League Spartan"/>
              </a:rPr>
              <a:t>BENEFITS FOR ME</a:t>
            </a:r>
            <a:endParaRPr sz="7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44"/>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436" name="Google Shape;436;p44"/>
          <p:cNvSpPr txBox="1"/>
          <p:nvPr/>
        </p:nvSpPr>
        <p:spPr>
          <a:xfrm>
            <a:off x="1188697" y="272891"/>
            <a:ext cx="8115300" cy="30670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ru" sz="1800" u="none" cap="none" strike="noStrike">
                <a:solidFill>
                  <a:srgbClr val="004AAD"/>
                </a:solidFill>
                <a:latin typeface="League Spartan"/>
                <a:ea typeface="League Spartan"/>
                <a:cs typeface="League Spartan"/>
                <a:sym typeface="League Spartan"/>
              </a:rPr>
              <a:t>COURSE CONTENT — WEB DEVELOPMENT (SOLOLEARN)</a:t>
            </a:r>
            <a:endParaRPr sz="700"/>
          </a:p>
        </p:txBody>
      </p:sp>
      <p:sp>
        <p:nvSpPr>
          <p:cNvPr id="437" name="Google Shape;437;p44"/>
          <p:cNvSpPr txBox="1"/>
          <p:nvPr/>
        </p:nvSpPr>
        <p:spPr>
          <a:xfrm>
            <a:off x="6794160" y="1243965"/>
            <a:ext cx="2174349" cy="3255010"/>
          </a:xfrm>
          <a:prstGeom prst="rect">
            <a:avLst/>
          </a:prstGeom>
          <a:noFill/>
          <a:ln>
            <a:noFill/>
          </a:ln>
        </p:spPr>
        <p:txBody>
          <a:bodyPr anchorCtr="0" anchor="t" bIns="0" lIns="0" spcFirstLastPara="1" rIns="0" wrap="square" tIns="0">
            <a:spAutoFit/>
          </a:bodyPr>
          <a:lstStyle/>
          <a:p>
            <a:pPr indent="0" lvl="0" marL="0" marR="0" rtl="0" algn="l">
              <a:lnSpc>
                <a:spcPct val="1322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None/>
            </a:pPr>
            <a:r>
              <a:rPr b="0" i="0" lang="ru" sz="900" u="none" cap="none" strike="noStrike">
                <a:solidFill>
                  <a:srgbClr val="000000"/>
                </a:solidFill>
                <a:latin typeface="Poppins"/>
                <a:ea typeface="Poppins"/>
                <a:cs typeface="Poppins"/>
                <a:sym typeface="Poppins"/>
              </a:rPr>
              <a:t>JavaScript Section</a:t>
            </a:r>
            <a:endParaRPr sz="700"/>
          </a:p>
          <a:p>
            <a:pPr indent="0" lvl="0" marL="0" marR="0" rtl="0" algn="l">
              <a:lnSpc>
                <a:spcPct val="140000"/>
              </a:lnSpc>
              <a:spcBef>
                <a:spcPts val="0"/>
              </a:spcBef>
              <a:spcAft>
                <a:spcPts val="0"/>
              </a:spcAft>
              <a:buNone/>
            </a:pPr>
            <a:r>
              <a:rPr b="0" i="0" lang="ru" sz="900" u="none" cap="none" strike="noStrike">
                <a:solidFill>
                  <a:srgbClr val="000000"/>
                </a:solidFill>
                <a:latin typeface="Poppins"/>
                <a:ea typeface="Poppins"/>
                <a:cs typeface="Poppins"/>
                <a:sym typeface="Poppins"/>
              </a:rPr>
              <a:t>Welcome to JavaScript</a:t>
            </a:r>
            <a:endParaRPr sz="700"/>
          </a:p>
          <a:p>
            <a:pPr indent="-95250" lvl="1" marL="177800" marR="0" rtl="0" algn="l">
              <a:lnSpc>
                <a:spcPct val="140000"/>
              </a:lnSpc>
              <a:spcBef>
                <a:spcPts val="0"/>
              </a:spcBef>
              <a:spcAft>
                <a:spcPts val="0"/>
              </a:spcAft>
              <a:buClr>
                <a:srgbClr val="000000"/>
              </a:buClr>
              <a:buSzPts val="900"/>
              <a:buFont typeface="Arial"/>
              <a:buChar char="•"/>
            </a:pPr>
            <a:r>
              <a:rPr b="0" i="0" lang="ru" sz="900" u="none" cap="none" strike="noStrike">
                <a:solidFill>
                  <a:srgbClr val="000000"/>
                </a:solidFill>
                <a:latin typeface="Poppins"/>
                <a:ea typeface="Poppins"/>
                <a:cs typeface="Poppins"/>
                <a:sym typeface="Poppins"/>
              </a:rPr>
              <a:t>Basic syntax</a:t>
            </a:r>
            <a:endParaRPr sz="700"/>
          </a:p>
          <a:p>
            <a:pPr indent="-95250" lvl="1" marL="177800" marR="0" rtl="0" algn="l">
              <a:lnSpc>
                <a:spcPct val="140000"/>
              </a:lnSpc>
              <a:spcBef>
                <a:spcPts val="0"/>
              </a:spcBef>
              <a:spcAft>
                <a:spcPts val="0"/>
              </a:spcAft>
              <a:buClr>
                <a:srgbClr val="000000"/>
              </a:buClr>
              <a:buSzPts val="900"/>
              <a:buFont typeface="Arial"/>
              <a:buChar char="•"/>
            </a:pPr>
            <a:r>
              <a:rPr b="0" i="0" lang="ru" sz="900" u="none" cap="none" strike="noStrike">
                <a:solidFill>
                  <a:srgbClr val="000000"/>
                </a:solidFill>
                <a:latin typeface="Poppins"/>
                <a:ea typeface="Poppins"/>
                <a:cs typeface="Poppins"/>
                <a:sym typeface="Poppins"/>
              </a:rPr>
              <a:t>Variables (let, const)</a:t>
            </a:r>
            <a:endParaRPr sz="700"/>
          </a:p>
          <a:p>
            <a:pPr indent="-95250" lvl="1" marL="177800" marR="0" rtl="0" algn="l">
              <a:lnSpc>
                <a:spcPct val="140000"/>
              </a:lnSpc>
              <a:spcBef>
                <a:spcPts val="0"/>
              </a:spcBef>
              <a:spcAft>
                <a:spcPts val="0"/>
              </a:spcAft>
              <a:buClr>
                <a:srgbClr val="000000"/>
              </a:buClr>
              <a:buSzPts val="900"/>
              <a:buFont typeface="Arial"/>
              <a:buChar char="•"/>
            </a:pPr>
            <a:r>
              <a:rPr b="0" i="0" lang="ru" sz="900" u="none" cap="none" strike="noStrike">
                <a:solidFill>
                  <a:srgbClr val="000000"/>
                </a:solidFill>
                <a:latin typeface="Poppins"/>
                <a:ea typeface="Poppins"/>
                <a:cs typeface="Poppins"/>
                <a:sym typeface="Poppins"/>
              </a:rPr>
              <a:t>Comments</a:t>
            </a:r>
            <a:endParaRPr sz="700"/>
          </a:p>
          <a:p>
            <a:pPr indent="-95250" lvl="1" marL="177800" marR="0" rtl="0" algn="l">
              <a:lnSpc>
                <a:spcPct val="140000"/>
              </a:lnSpc>
              <a:spcBef>
                <a:spcPts val="0"/>
              </a:spcBef>
              <a:spcAft>
                <a:spcPts val="0"/>
              </a:spcAft>
              <a:buClr>
                <a:srgbClr val="000000"/>
              </a:buClr>
              <a:buSzPts val="900"/>
              <a:buFont typeface="Arial"/>
              <a:buChar char="•"/>
            </a:pPr>
            <a:r>
              <a:rPr b="0" i="0" lang="ru" sz="900" u="none" cap="none" strike="noStrike">
                <a:solidFill>
                  <a:srgbClr val="000000"/>
                </a:solidFill>
                <a:latin typeface="Poppins"/>
                <a:ea typeface="Poppins"/>
                <a:cs typeface="Poppins"/>
                <a:sym typeface="Poppins"/>
              </a:rPr>
              <a:t>Output methods</a:t>
            </a:r>
            <a:endParaRPr sz="700"/>
          </a:p>
          <a:p>
            <a:pPr indent="0" lvl="0" marL="0" marR="0" rtl="0" algn="l">
              <a:lnSpc>
                <a:spcPct val="140000"/>
              </a:lnSpc>
              <a:spcBef>
                <a:spcPts val="0"/>
              </a:spcBef>
              <a:spcAft>
                <a:spcPts val="0"/>
              </a:spcAft>
              <a:buNone/>
            </a:pPr>
            <a:r>
              <a:rPr b="0" i="0" lang="ru" sz="900" u="none" cap="none" strike="noStrike">
                <a:solidFill>
                  <a:srgbClr val="000000"/>
                </a:solidFill>
                <a:latin typeface="Poppins"/>
                <a:ea typeface="Poppins"/>
                <a:cs typeface="Poppins"/>
                <a:sym typeface="Poppins"/>
              </a:rPr>
              <a:t>Going Deeper with JavaScript</a:t>
            </a:r>
            <a:endParaRPr sz="700"/>
          </a:p>
          <a:p>
            <a:pPr indent="-95250" lvl="1" marL="177800" marR="0" rtl="0" algn="l">
              <a:lnSpc>
                <a:spcPct val="140000"/>
              </a:lnSpc>
              <a:spcBef>
                <a:spcPts val="0"/>
              </a:spcBef>
              <a:spcAft>
                <a:spcPts val="0"/>
              </a:spcAft>
              <a:buClr>
                <a:srgbClr val="000000"/>
              </a:buClr>
              <a:buSzPts val="900"/>
              <a:buFont typeface="Arial"/>
              <a:buChar char="•"/>
            </a:pPr>
            <a:r>
              <a:rPr b="0" i="0" lang="ru" sz="900" u="none" cap="none" strike="noStrike">
                <a:solidFill>
                  <a:srgbClr val="000000"/>
                </a:solidFill>
                <a:latin typeface="Poppins"/>
                <a:ea typeface="Poppins"/>
                <a:cs typeface="Poppins"/>
                <a:sym typeface="Poppins"/>
              </a:rPr>
              <a:t>Functions</a:t>
            </a:r>
            <a:endParaRPr sz="700"/>
          </a:p>
          <a:p>
            <a:pPr indent="-95250" lvl="1" marL="177800" marR="0" rtl="0" algn="l">
              <a:lnSpc>
                <a:spcPct val="140000"/>
              </a:lnSpc>
              <a:spcBef>
                <a:spcPts val="0"/>
              </a:spcBef>
              <a:spcAft>
                <a:spcPts val="0"/>
              </a:spcAft>
              <a:buClr>
                <a:srgbClr val="000000"/>
              </a:buClr>
              <a:buSzPts val="900"/>
              <a:buFont typeface="Arial"/>
              <a:buChar char="•"/>
            </a:pPr>
            <a:r>
              <a:rPr b="0" i="0" lang="ru" sz="900" u="none" cap="none" strike="noStrike">
                <a:solidFill>
                  <a:srgbClr val="000000"/>
                </a:solidFill>
                <a:latin typeface="Poppins"/>
                <a:ea typeface="Poppins"/>
                <a:cs typeface="Poppins"/>
                <a:sym typeface="Poppins"/>
              </a:rPr>
              <a:t>Parameters and return values</a:t>
            </a:r>
            <a:endParaRPr sz="700"/>
          </a:p>
          <a:p>
            <a:pPr indent="-95250" lvl="1" marL="177800" marR="0" rtl="0" algn="l">
              <a:lnSpc>
                <a:spcPct val="140000"/>
              </a:lnSpc>
              <a:spcBef>
                <a:spcPts val="0"/>
              </a:spcBef>
              <a:spcAft>
                <a:spcPts val="0"/>
              </a:spcAft>
              <a:buClr>
                <a:srgbClr val="000000"/>
              </a:buClr>
              <a:buSzPts val="900"/>
              <a:buFont typeface="Arial"/>
              <a:buChar char="•"/>
            </a:pPr>
            <a:r>
              <a:rPr b="0" i="0" lang="ru" sz="900" u="none" cap="none" strike="noStrike">
                <a:solidFill>
                  <a:srgbClr val="000000"/>
                </a:solidFill>
                <a:latin typeface="Poppins"/>
                <a:ea typeface="Poppins"/>
                <a:cs typeface="Poppins"/>
                <a:sym typeface="Poppins"/>
              </a:rPr>
              <a:t>String and number operations</a:t>
            </a:r>
            <a:endParaRPr sz="700"/>
          </a:p>
          <a:p>
            <a:pPr indent="0" lvl="0" marL="0" marR="0" rtl="0" algn="l">
              <a:lnSpc>
                <a:spcPct val="140000"/>
              </a:lnSpc>
              <a:spcBef>
                <a:spcPts val="0"/>
              </a:spcBef>
              <a:spcAft>
                <a:spcPts val="0"/>
              </a:spcAft>
              <a:buNone/>
            </a:pPr>
            <a:r>
              <a:rPr b="0" i="0" lang="ru" sz="900" u="none" cap="none" strike="noStrike">
                <a:solidFill>
                  <a:srgbClr val="000000"/>
                </a:solidFill>
                <a:latin typeface="Poppins"/>
                <a:ea typeface="Poppins"/>
                <a:cs typeface="Poppins"/>
                <a:sym typeface="Poppins"/>
              </a:rPr>
              <a:t>Working with Data</a:t>
            </a:r>
            <a:endParaRPr sz="700"/>
          </a:p>
          <a:p>
            <a:pPr indent="-95250" lvl="1" marL="177800" marR="0" rtl="0" algn="l">
              <a:lnSpc>
                <a:spcPct val="140000"/>
              </a:lnSpc>
              <a:spcBef>
                <a:spcPts val="0"/>
              </a:spcBef>
              <a:spcAft>
                <a:spcPts val="0"/>
              </a:spcAft>
              <a:buClr>
                <a:srgbClr val="000000"/>
              </a:buClr>
              <a:buSzPts val="900"/>
              <a:buFont typeface="Arial"/>
              <a:buChar char="•"/>
            </a:pPr>
            <a:r>
              <a:rPr b="0" i="0" lang="ru" sz="900" u="none" cap="none" strike="noStrike">
                <a:solidFill>
                  <a:srgbClr val="000000"/>
                </a:solidFill>
                <a:latin typeface="Poppins"/>
                <a:ea typeface="Poppins"/>
                <a:cs typeface="Poppins"/>
                <a:sym typeface="Poppins"/>
              </a:rPr>
              <a:t>Arrays</a:t>
            </a:r>
            <a:endParaRPr sz="700"/>
          </a:p>
          <a:p>
            <a:pPr indent="-95250" lvl="1" marL="177800" marR="0" rtl="0" algn="l">
              <a:lnSpc>
                <a:spcPct val="140000"/>
              </a:lnSpc>
              <a:spcBef>
                <a:spcPts val="0"/>
              </a:spcBef>
              <a:spcAft>
                <a:spcPts val="0"/>
              </a:spcAft>
              <a:buClr>
                <a:srgbClr val="000000"/>
              </a:buClr>
              <a:buSzPts val="900"/>
              <a:buFont typeface="Arial"/>
              <a:buChar char="•"/>
            </a:pPr>
            <a:r>
              <a:rPr b="0" i="0" lang="ru" sz="900" u="none" cap="none" strike="noStrike">
                <a:solidFill>
                  <a:srgbClr val="000000"/>
                </a:solidFill>
                <a:latin typeface="Poppins"/>
                <a:ea typeface="Poppins"/>
                <a:cs typeface="Poppins"/>
                <a:sym typeface="Poppins"/>
              </a:rPr>
              <a:t>Objects</a:t>
            </a:r>
            <a:endParaRPr sz="700"/>
          </a:p>
          <a:p>
            <a:pPr indent="-95250" lvl="1" marL="177800" marR="0" rtl="0" algn="l">
              <a:lnSpc>
                <a:spcPct val="140000"/>
              </a:lnSpc>
              <a:spcBef>
                <a:spcPts val="0"/>
              </a:spcBef>
              <a:spcAft>
                <a:spcPts val="0"/>
              </a:spcAft>
              <a:buClr>
                <a:srgbClr val="000000"/>
              </a:buClr>
              <a:buSzPts val="900"/>
              <a:buFont typeface="Arial"/>
              <a:buChar char="•"/>
            </a:pPr>
            <a:r>
              <a:rPr b="0" i="0" lang="ru" sz="900" u="none" cap="none" strike="noStrike">
                <a:solidFill>
                  <a:srgbClr val="000000"/>
                </a:solidFill>
                <a:latin typeface="Poppins"/>
                <a:ea typeface="Poppins"/>
                <a:cs typeface="Poppins"/>
                <a:sym typeface="Poppins"/>
              </a:rPr>
              <a:t>JSON basics</a:t>
            </a:r>
            <a:endParaRPr sz="700"/>
          </a:p>
          <a:p>
            <a:pPr indent="-95250" lvl="1" marL="177800" marR="0" rtl="0" algn="l">
              <a:lnSpc>
                <a:spcPct val="140000"/>
              </a:lnSpc>
              <a:spcBef>
                <a:spcPts val="0"/>
              </a:spcBef>
              <a:spcAft>
                <a:spcPts val="0"/>
              </a:spcAft>
              <a:buClr>
                <a:srgbClr val="000000"/>
              </a:buClr>
              <a:buSzPts val="900"/>
              <a:buFont typeface="Arial"/>
              <a:buChar char="•"/>
            </a:pPr>
            <a:r>
              <a:rPr b="0" i="0" lang="ru" sz="900" u="none" cap="none" strike="noStrike">
                <a:solidFill>
                  <a:srgbClr val="000000"/>
                </a:solidFill>
                <a:latin typeface="Poppins"/>
                <a:ea typeface="Poppins"/>
                <a:cs typeface="Poppins"/>
                <a:sym typeface="Poppins"/>
              </a:rPr>
              <a:t>Modifying and accessing data</a:t>
            </a:r>
            <a:endParaRPr sz="700"/>
          </a:p>
          <a:p>
            <a:pPr indent="0" lvl="0" marL="0" marR="0" rtl="0" algn="l">
              <a:lnSpc>
                <a:spcPct val="140000"/>
              </a:lnSpc>
              <a:spcBef>
                <a:spcPts val="0"/>
              </a:spcBef>
              <a:spcAft>
                <a:spcPts val="0"/>
              </a:spcAft>
              <a:buNone/>
            </a:pPr>
            <a:r>
              <a:rPr b="0" i="0" lang="ru" sz="900" u="none" cap="none" strike="noStrike">
                <a:solidFill>
                  <a:srgbClr val="000000"/>
                </a:solidFill>
                <a:latin typeface="Poppins"/>
                <a:ea typeface="Poppins"/>
                <a:cs typeface="Poppins"/>
                <a:sym typeface="Poppins"/>
              </a:rPr>
              <a:t>Control Flow</a:t>
            </a:r>
            <a:endParaRPr sz="700"/>
          </a:p>
          <a:p>
            <a:pPr indent="-95250" lvl="1" marL="177800" marR="0" rtl="0" algn="l">
              <a:lnSpc>
                <a:spcPct val="140000"/>
              </a:lnSpc>
              <a:spcBef>
                <a:spcPts val="0"/>
              </a:spcBef>
              <a:spcAft>
                <a:spcPts val="0"/>
              </a:spcAft>
              <a:buClr>
                <a:srgbClr val="000000"/>
              </a:buClr>
              <a:buSzPts val="900"/>
              <a:buFont typeface="Arial"/>
              <a:buChar char="•"/>
            </a:pPr>
            <a:r>
              <a:rPr b="0" i="0" lang="ru" sz="900" u="none" cap="none" strike="noStrike">
                <a:solidFill>
                  <a:srgbClr val="000000"/>
                </a:solidFill>
                <a:latin typeface="Poppins"/>
                <a:ea typeface="Poppins"/>
                <a:cs typeface="Poppins"/>
                <a:sym typeface="Poppins"/>
              </a:rPr>
              <a:t>If, else, else-if</a:t>
            </a:r>
            <a:endParaRPr sz="700"/>
          </a:p>
          <a:p>
            <a:pPr indent="-95250" lvl="1" marL="177800" marR="0" rtl="0" algn="l">
              <a:lnSpc>
                <a:spcPct val="140000"/>
              </a:lnSpc>
              <a:spcBef>
                <a:spcPts val="0"/>
              </a:spcBef>
              <a:spcAft>
                <a:spcPts val="0"/>
              </a:spcAft>
              <a:buClr>
                <a:srgbClr val="000000"/>
              </a:buClr>
              <a:buSzPts val="900"/>
              <a:buFont typeface="Arial"/>
              <a:buChar char="•"/>
            </a:pPr>
            <a:r>
              <a:rPr b="0" i="0" lang="ru" sz="900" u="none" cap="none" strike="noStrike">
                <a:solidFill>
                  <a:srgbClr val="000000"/>
                </a:solidFill>
                <a:latin typeface="Poppins"/>
                <a:ea typeface="Poppins"/>
                <a:cs typeface="Poppins"/>
                <a:sym typeface="Poppins"/>
              </a:rPr>
              <a:t>Switch statements</a:t>
            </a:r>
            <a:endParaRPr sz="700"/>
          </a:p>
          <a:p>
            <a:pPr indent="-95250" lvl="1" marL="177800" marR="0" rtl="0" algn="l">
              <a:lnSpc>
                <a:spcPct val="140000"/>
              </a:lnSpc>
              <a:spcBef>
                <a:spcPts val="0"/>
              </a:spcBef>
              <a:spcAft>
                <a:spcPts val="0"/>
              </a:spcAft>
              <a:buClr>
                <a:srgbClr val="000000"/>
              </a:buClr>
              <a:buSzPts val="900"/>
              <a:buFont typeface="Arial"/>
              <a:buChar char="•"/>
            </a:pPr>
            <a:r>
              <a:rPr b="0" i="0" lang="ru" sz="900" u="none" cap="none" strike="noStrike">
                <a:solidFill>
                  <a:srgbClr val="000000"/>
                </a:solidFill>
                <a:latin typeface="Poppins"/>
                <a:ea typeface="Poppins"/>
                <a:cs typeface="Poppins"/>
                <a:sym typeface="Poppins"/>
              </a:rPr>
              <a:t>For loops, while loops</a:t>
            </a:r>
            <a:endParaRPr sz="700"/>
          </a:p>
          <a:p>
            <a:pPr indent="-95250" lvl="1" marL="177800" marR="0" rtl="0" algn="l">
              <a:lnSpc>
                <a:spcPct val="140000"/>
              </a:lnSpc>
              <a:spcBef>
                <a:spcPts val="0"/>
              </a:spcBef>
              <a:spcAft>
                <a:spcPts val="0"/>
              </a:spcAft>
              <a:buClr>
                <a:srgbClr val="000000"/>
              </a:buClr>
              <a:buSzPts val="900"/>
              <a:buFont typeface="Arial"/>
              <a:buChar char="•"/>
            </a:pPr>
            <a:r>
              <a:rPr b="0" i="0" lang="ru" sz="900" u="none" cap="none" strike="noStrike">
                <a:solidFill>
                  <a:srgbClr val="000000"/>
                </a:solidFill>
                <a:latin typeface="Poppins"/>
                <a:ea typeface="Poppins"/>
                <a:cs typeface="Poppins"/>
                <a:sym typeface="Poppins"/>
              </a:rPr>
              <a:t>Logical operators</a:t>
            </a:r>
            <a:endParaRPr sz="700"/>
          </a:p>
          <a:p>
            <a:pPr indent="0" lvl="0" marL="0" marR="0" rtl="0" algn="l">
              <a:lnSpc>
                <a:spcPct val="140000"/>
              </a:lnSpc>
              <a:spcBef>
                <a:spcPts val="0"/>
              </a:spcBef>
              <a:spcAft>
                <a:spcPts val="0"/>
              </a:spcAft>
              <a:buNone/>
            </a:pPr>
            <a:r>
              <a:t/>
            </a:r>
            <a:endParaRPr b="0" i="0" sz="900" u="none" cap="none" strike="noStrike">
              <a:solidFill>
                <a:srgbClr val="000000"/>
              </a:solidFill>
              <a:latin typeface="Poppins"/>
              <a:ea typeface="Poppins"/>
              <a:cs typeface="Poppins"/>
              <a:sym typeface="Poppins"/>
            </a:endParaRPr>
          </a:p>
        </p:txBody>
      </p:sp>
      <p:sp>
        <p:nvSpPr>
          <p:cNvPr id="438" name="Google Shape;438;p44"/>
          <p:cNvSpPr txBox="1"/>
          <p:nvPr/>
        </p:nvSpPr>
        <p:spPr>
          <a:xfrm>
            <a:off x="597240" y="1248728"/>
            <a:ext cx="3003664" cy="3522317"/>
          </a:xfrm>
          <a:prstGeom prst="rect">
            <a:avLst/>
          </a:prstGeom>
          <a:noFill/>
          <a:ln>
            <a:noFill/>
          </a:ln>
        </p:spPr>
        <p:txBody>
          <a:bodyPr anchorCtr="0" anchor="t" bIns="0" lIns="0" spcFirstLastPara="1" rIns="0" wrap="square" tIns="0">
            <a:spAutoFit/>
          </a:bodyPr>
          <a:lstStyle/>
          <a:p>
            <a:pPr indent="0" lvl="0" marL="0" marR="0" rtl="0" algn="l">
              <a:lnSpc>
                <a:spcPct val="140023"/>
              </a:lnSpc>
              <a:spcBef>
                <a:spcPts val="0"/>
              </a:spcBef>
              <a:spcAft>
                <a:spcPts val="0"/>
              </a:spcAft>
              <a:buNone/>
            </a:pPr>
            <a:r>
              <a:rPr b="0" i="0" lang="ru" sz="900" u="none" cap="none" strike="noStrike">
                <a:solidFill>
                  <a:srgbClr val="000000"/>
                </a:solidFill>
                <a:latin typeface="Poppins"/>
                <a:ea typeface="Poppins"/>
                <a:cs typeface="Poppins"/>
                <a:sym typeface="Poppins"/>
              </a:rPr>
              <a:t>HTML Section</a:t>
            </a:r>
            <a:endParaRPr sz="700"/>
          </a:p>
          <a:p>
            <a:pPr indent="0" lvl="0" marL="0" marR="0" rtl="0" algn="l">
              <a:lnSpc>
                <a:spcPct val="140023"/>
              </a:lnSpc>
              <a:spcBef>
                <a:spcPts val="0"/>
              </a:spcBef>
              <a:spcAft>
                <a:spcPts val="0"/>
              </a:spcAft>
              <a:buNone/>
            </a:pPr>
            <a:r>
              <a:rPr b="0" i="0" lang="ru" sz="900" u="none" cap="none" strike="noStrike">
                <a:solidFill>
                  <a:srgbClr val="000000"/>
                </a:solidFill>
                <a:latin typeface="Poppins"/>
                <a:ea typeface="Poppins"/>
                <a:cs typeface="Poppins"/>
                <a:sym typeface="Poppins"/>
              </a:rPr>
              <a:t>Getting Started with HTML</a:t>
            </a:r>
            <a:endParaRPr sz="700"/>
          </a:p>
          <a:p>
            <a:pPr indent="-95250" lvl="1" marL="190500" marR="0" rtl="0" algn="l">
              <a:lnSpc>
                <a:spcPct val="140023"/>
              </a:lnSpc>
              <a:spcBef>
                <a:spcPts val="0"/>
              </a:spcBef>
              <a:spcAft>
                <a:spcPts val="0"/>
              </a:spcAft>
              <a:buClr>
                <a:srgbClr val="000000"/>
              </a:buClr>
              <a:buSzPts val="900"/>
              <a:buFont typeface="Arial"/>
              <a:buChar char="•"/>
            </a:pPr>
            <a:r>
              <a:rPr b="0" i="0" lang="ru" sz="900" u="none" cap="none" strike="noStrike">
                <a:solidFill>
                  <a:srgbClr val="000000"/>
                </a:solidFill>
                <a:latin typeface="Poppins"/>
                <a:ea typeface="Poppins"/>
                <a:cs typeface="Poppins"/>
                <a:sym typeface="Poppins"/>
              </a:rPr>
              <a:t>What HTML is and how it works</a:t>
            </a:r>
            <a:endParaRPr sz="700"/>
          </a:p>
          <a:p>
            <a:pPr indent="-95250" lvl="1" marL="190500" marR="0" rtl="0" algn="l">
              <a:lnSpc>
                <a:spcPct val="140023"/>
              </a:lnSpc>
              <a:spcBef>
                <a:spcPts val="0"/>
              </a:spcBef>
              <a:spcAft>
                <a:spcPts val="0"/>
              </a:spcAft>
              <a:buClr>
                <a:srgbClr val="000000"/>
              </a:buClr>
              <a:buSzPts val="900"/>
              <a:buFont typeface="Arial"/>
              <a:buChar char="•"/>
            </a:pPr>
            <a:r>
              <a:rPr b="0" i="0" lang="ru" sz="900" u="none" cap="none" strike="noStrike">
                <a:solidFill>
                  <a:srgbClr val="000000"/>
                </a:solidFill>
                <a:latin typeface="Poppins"/>
                <a:ea typeface="Poppins"/>
                <a:cs typeface="Poppins"/>
                <a:sym typeface="Poppins"/>
              </a:rPr>
              <a:t>Basic structure: &lt;html&gt;, &lt;head&gt;, &lt;body&gt;</a:t>
            </a:r>
            <a:endParaRPr sz="700"/>
          </a:p>
          <a:p>
            <a:pPr indent="-95250" lvl="1" marL="190500" marR="0" rtl="0" algn="l">
              <a:lnSpc>
                <a:spcPct val="140023"/>
              </a:lnSpc>
              <a:spcBef>
                <a:spcPts val="0"/>
              </a:spcBef>
              <a:spcAft>
                <a:spcPts val="0"/>
              </a:spcAft>
              <a:buClr>
                <a:srgbClr val="000000"/>
              </a:buClr>
              <a:buSzPts val="900"/>
              <a:buFont typeface="Arial"/>
              <a:buChar char="•"/>
            </a:pPr>
            <a:r>
              <a:rPr b="0" i="0" lang="ru" sz="900" u="none" cap="none" strike="noStrike">
                <a:solidFill>
                  <a:srgbClr val="000000"/>
                </a:solidFill>
                <a:latin typeface="Poppins"/>
                <a:ea typeface="Poppins"/>
                <a:cs typeface="Poppins"/>
                <a:sym typeface="Poppins"/>
              </a:rPr>
              <a:t>Creating your first webpage</a:t>
            </a:r>
            <a:endParaRPr sz="700"/>
          </a:p>
          <a:p>
            <a:pPr indent="-95250" lvl="1" marL="190500" marR="0" rtl="0" algn="l">
              <a:lnSpc>
                <a:spcPct val="140023"/>
              </a:lnSpc>
              <a:spcBef>
                <a:spcPts val="0"/>
              </a:spcBef>
              <a:spcAft>
                <a:spcPts val="0"/>
              </a:spcAft>
              <a:buClr>
                <a:srgbClr val="000000"/>
              </a:buClr>
              <a:buSzPts val="900"/>
              <a:buFont typeface="Arial"/>
              <a:buChar char="•"/>
            </a:pPr>
            <a:r>
              <a:rPr b="0" i="0" lang="ru" sz="900" u="none" cap="none" strike="noStrike">
                <a:solidFill>
                  <a:srgbClr val="000000"/>
                </a:solidFill>
                <a:latin typeface="Poppins"/>
                <a:ea typeface="Poppins"/>
                <a:cs typeface="Poppins"/>
                <a:sym typeface="Poppins"/>
              </a:rPr>
              <a:t>Text elements: headings, paragraphs, line breaks</a:t>
            </a:r>
            <a:endParaRPr sz="700"/>
          </a:p>
          <a:p>
            <a:pPr indent="0" lvl="0" marL="0" marR="0" rtl="0" algn="l">
              <a:lnSpc>
                <a:spcPct val="140023"/>
              </a:lnSpc>
              <a:spcBef>
                <a:spcPts val="0"/>
              </a:spcBef>
              <a:spcAft>
                <a:spcPts val="0"/>
              </a:spcAft>
              <a:buNone/>
            </a:pPr>
            <a:r>
              <a:rPr b="0" i="0" lang="ru" sz="900" u="none" cap="none" strike="noStrike">
                <a:solidFill>
                  <a:srgbClr val="000000"/>
                </a:solidFill>
                <a:latin typeface="Poppins"/>
                <a:ea typeface="Poppins"/>
                <a:cs typeface="Poppins"/>
                <a:sym typeface="Poppins"/>
              </a:rPr>
              <a:t>Going Deeper with HTML</a:t>
            </a:r>
            <a:endParaRPr sz="700"/>
          </a:p>
          <a:p>
            <a:pPr indent="-95250" lvl="1" marL="190500" marR="0" rtl="0" algn="l">
              <a:lnSpc>
                <a:spcPct val="140023"/>
              </a:lnSpc>
              <a:spcBef>
                <a:spcPts val="0"/>
              </a:spcBef>
              <a:spcAft>
                <a:spcPts val="0"/>
              </a:spcAft>
              <a:buClr>
                <a:srgbClr val="000000"/>
              </a:buClr>
              <a:buSzPts val="900"/>
              <a:buFont typeface="Arial"/>
              <a:buChar char="•"/>
            </a:pPr>
            <a:r>
              <a:rPr b="0" i="0" lang="ru" sz="900" u="none" cap="none" strike="noStrike">
                <a:solidFill>
                  <a:srgbClr val="000000"/>
                </a:solidFill>
                <a:latin typeface="Poppins"/>
                <a:ea typeface="Poppins"/>
                <a:cs typeface="Poppins"/>
                <a:sym typeface="Poppins"/>
              </a:rPr>
              <a:t>Lists: ordered and unordered</a:t>
            </a:r>
            <a:endParaRPr sz="700"/>
          </a:p>
          <a:p>
            <a:pPr indent="-95250" lvl="1" marL="190500" marR="0" rtl="0" algn="l">
              <a:lnSpc>
                <a:spcPct val="140023"/>
              </a:lnSpc>
              <a:spcBef>
                <a:spcPts val="0"/>
              </a:spcBef>
              <a:spcAft>
                <a:spcPts val="0"/>
              </a:spcAft>
              <a:buClr>
                <a:srgbClr val="000000"/>
              </a:buClr>
              <a:buSzPts val="900"/>
              <a:buFont typeface="Arial"/>
              <a:buChar char="•"/>
            </a:pPr>
            <a:r>
              <a:rPr b="0" i="0" lang="ru" sz="900" u="none" cap="none" strike="noStrike">
                <a:solidFill>
                  <a:srgbClr val="000000"/>
                </a:solidFill>
                <a:latin typeface="Poppins"/>
                <a:ea typeface="Poppins"/>
                <a:cs typeface="Poppins"/>
                <a:sym typeface="Poppins"/>
              </a:rPr>
              <a:t>Links: internal &amp; external</a:t>
            </a:r>
            <a:endParaRPr sz="700"/>
          </a:p>
          <a:p>
            <a:pPr indent="-95250" lvl="1" marL="190500" marR="0" rtl="0" algn="l">
              <a:lnSpc>
                <a:spcPct val="140023"/>
              </a:lnSpc>
              <a:spcBef>
                <a:spcPts val="0"/>
              </a:spcBef>
              <a:spcAft>
                <a:spcPts val="0"/>
              </a:spcAft>
              <a:buClr>
                <a:srgbClr val="000000"/>
              </a:buClr>
              <a:buSzPts val="900"/>
              <a:buFont typeface="Arial"/>
              <a:buChar char="•"/>
            </a:pPr>
            <a:r>
              <a:rPr b="0" i="0" lang="ru" sz="900" u="none" cap="none" strike="noStrike">
                <a:solidFill>
                  <a:srgbClr val="000000"/>
                </a:solidFill>
                <a:latin typeface="Poppins"/>
                <a:ea typeface="Poppins"/>
                <a:cs typeface="Poppins"/>
                <a:sym typeface="Poppins"/>
              </a:rPr>
              <a:t>Images: src, alt, width, height</a:t>
            </a:r>
            <a:endParaRPr sz="700"/>
          </a:p>
          <a:p>
            <a:pPr indent="-95250" lvl="1" marL="190500" marR="0" rtl="0" algn="l">
              <a:lnSpc>
                <a:spcPct val="140023"/>
              </a:lnSpc>
              <a:spcBef>
                <a:spcPts val="0"/>
              </a:spcBef>
              <a:spcAft>
                <a:spcPts val="0"/>
              </a:spcAft>
              <a:buClr>
                <a:srgbClr val="000000"/>
              </a:buClr>
              <a:buSzPts val="900"/>
              <a:buFont typeface="Arial"/>
              <a:buChar char="•"/>
            </a:pPr>
            <a:r>
              <a:rPr b="0" i="0" lang="ru" sz="900" u="none" cap="none" strike="noStrike">
                <a:solidFill>
                  <a:srgbClr val="000000"/>
                </a:solidFill>
                <a:latin typeface="Poppins"/>
                <a:ea typeface="Poppins"/>
                <a:cs typeface="Poppins"/>
                <a:sym typeface="Poppins"/>
              </a:rPr>
              <a:t>Tables: rows, columns, borders</a:t>
            </a:r>
            <a:endParaRPr sz="700"/>
          </a:p>
          <a:p>
            <a:pPr indent="0" lvl="0" marL="0" marR="0" rtl="0" algn="l">
              <a:lnSpc>
                <a:spcPct val="140023"/>
              </a:lnSpc>
              <a:spcBef>
                <a:spcPts val="0"/>
              </a:spcBef>
              <a:spcAft>
                <a:spcPts val="0"/>
              </a:spcAft>
              <a:buNone/>
            </a:pPr>
            <a:r>
              <a:rPr b="0" i="0" lang="ru" sz="900" u="none" cap="none" strike="noStrike">
                <a:solidFill>
                  <a:srgbClr val="000000"/>
                </a:solidFill>
                <a:latin typeface="Poppins"/>
                <a:ea typeface="Poppins"/>
                <a:cs typeface="Poppins"/>
                <a:sym typeface="Poppins"/>
              </a:rPr>
              <a:t>Using Attributes</a:t>
            </a:r>
            <a:endParaRPr sz="700"/>
          </a:p>
          <a:p>
            <a:pPr indent="-95250" lvl="1" marL="190500" marR="0" rtl="0" algn="l">
              <a:lnSpc>
                <a:spcPct val="140023"/>
              </a:lnSpc>
              <a:spcBef>
                <a:spcPts val="0"/>
              </a:spcBef>
              <a:spcAft>
                <a:spcPts val="0"/>
              </a:spcAft>
              <a:buClr>
                <a:srgbClr val="000000"/>
              </a:buClr>
              <a:buSzPts val="900"/>
              <a:buFont typeface="Arial"/>
              <a:buChar char="•"/>
            </a:pPr>
            <a:r>
              <a:rPr b="0" i="0" lang="ru" sz="900" u="none" cap="none" strike="noStrike">
                <a:solidFill>
                  <a:srgbClr val="000000"/>
                </a:solidFill>
                <a:latin typeface="Poppins"/>
                <a:ea typeface="Poppins"/>
                <a:cs typeface="Poppins"/>
                <a:sym typeface="Poppins"/>
              </a:rPr>
              <a:t>Global attributes (id, class, style)</a:t>
            </a:r>
            <a:endParaRPr sz="700"/>
          </a:p>
          <a:p>
            <a:pPr indent="-95250" lvl="1" marL="190500" marR="0" rtl="0" algn="l">
              <a:lnSpc>
                <a:spcPct val="140023"/>
              </a:lnSpc>
              <a:spcBef>
                <a:spcPts val="0"/>
              </a:spcBef>
              <a:spcAft>
                <a:spcPts val="0"/>
              </a:spcAft>
              <a:buClr>
                <a:srgbClr val="000000"/>
              </a:buClr>
              <a:buSzPts val="900"/>
              <a:buFont typeface="Arial"/>
              <a:buChar char="•"/>
            </a:pPr>
            <a:r>
              <a:rPr b="0" i="0" lang="ru" sz="900" u="none" cap="none" strike="noStrike">
                <a:solidFill>
                  <a:srgbClr val="000000"/>
                </a:solidFill>
                <a:latin typeface="Poppins"/>
                <a:ea typeface="Poppins"/>
                <a:cs typeface="Poppins"/>
                <a:sym typeface="Poppins"/>
              </a:rPr>
              <a:t>Adding metadata</a:t>
            </a:r>
            <a:endParaRPr sz="700"/>
          </a:p>
          <a:p>
            <a:pPr indent="-95250" lvl="1" marL="190500" marR="0" rtl="0" algn="l">
              <a:lnSpc>
                <a:spcPct val="140023"/>
              </a:lnSpc>
              <a:spcBef>
                <a:spcPts val="0"/>
              </a:spcBef>
              <a:spcAft>
                <a:spcPts val="0"/>
              </a:spcAft>
              <a:buClr>
                <a:srgbClr val="000000"/>
              </a:buClr>
              <a:buSzPts val="900"/>
              <a:buFont typeface="Arial"/>
              <a:buChar char="•"/>
            </a:pPr>
            <a:r>
              <a:rPr b="0" i="0" lang="ru" sz="900" u="none" cap="none" strike="noStrike">
                <a:solidFill>
                  <a:srgbClr val="000000"/>
                </a:solidFill>
                <a:latin typeface="Poppins"/>
                <a:ea typeface="Poppins"/>
                <a:cs typeface="Poppins"/>
                <a:sym typeface="Poppins"/>
              </a:rPr>
              <a:t>Formatting tags: &lt;b&gt;, &lt;i&gt;, &lt;u&gt;</a:t>
            </a:r>
            <a:endParaRPr sz="700"/>
          </a:p>
          <a:p>
            <a:pPr indent="-95250" lvl="1" marL="190500" marR="0" rtl="0" algn="l">
              <a:lnSpc>
                <a:spcPct val="140023"/>
              </a:lnSpc>
              <a:spcBef>
                <a:spcPts val="0"/>
              </a:spcBef>
              <a:spcAft>
                <a:spcPts val="0"/>
              </a:spcAft>
              <a:buClr>
                <a:srgbClr val="000000"/>
              </a:buClr>
              <a:buSzPts val="900"/>
              <a:buFont typeface="Arial"/>
              <a:buChar char="•"/>
            </a:pPr>
            <a:r>
              <a:rPr b="0" i="0" lang="ru" sz="900" u="none" cap="none" strike="noStrike">
                <a:solidFill>
                  <a:srgbClr val="000000"/>
                </a:solidFill>
                <a:latin typeface="Poppins"/>
                <a:ea typeface="Poppins"/>
                <a:cs typeface="Poppins"/>
                <a:sym typeface="Poppins"/>
              </a:rPr>
              <a:t>Links with target, title</a:t>
            </a:r>
            <a:endParaRPr sz="700"/>
          </a:p>
          <a:p>
            <a:pPr indent="0" lvl="0" marL="0" marR="0" rtl="0" algn="l">
              <a:lnSpc>
                <a:spcPct val="140023"/>
              </a:lnSpc>
              <a:spcBef>
                <a:spcPts val="0"/>
              </a:spcBef>
              <a:spcAft>
                <a:spcPts val="0"/>
              </a:spcAft>
              <a:buNone/>
            </a:pPr>
            <a:r>
              <a:rPr b="0" i="0" lang="ru" sz="900" u="none" cap="none" strike="noStrike">
                <a:solidFill>
                  <a:srgbClr val="000000"/>
                </a:solidFill>
                <a:latin typeface="Poppins"/>
                <a:ea typeface="Poppins"/>
                <a:cs typeface="Poppins"/>
                <a:sym typeface="Poppins"/>
              </a:rPr>
              <a:t>Mastering HTML</a:t>
            </a:r>
            <a:endParaRPr sz="700"/>
          </a:p>
          <a:p>
            <a:pPr indent="-95250" lvl="1" marL="190500" marR="0" rtl="0" algn="l">
              <a:lnSpc>
                <a:spcPct val="140023"/>
              </a:lnSpc>
              <a:spcBef>
                <a:spcPts val="0"/>
              </a:spcBef>
              <a:spcAft>
                <a:spcPts val="0"/>
              </a:spcAft>
              <a:buClr>
                <a:srgbClr val="000000"/>
              </a:buClr>
              <a:buSzPts val="900"/>
              <a:buFont typeface="Arial"/>
              <a:buChar char="•"/>
            </a:pPr>
            <a:r>
              <a:rPr b="0" i="0" lang="ru" sz="900" u="none" cap="none" strike="noStrike">
                <a:solidFill>
                  <a:srgbClr val="000000"/>
                </a:solidFill>
                <a:latin typeface="Poppins"/>
                <a:ea typeface="Poppins"/>
                <a:cs typeface="Poppins"/>
                <a:sym typeface="Poppins"/>
              </a:rPr>
              <a:t>Semantic tags: &lt;header&gt;, &lt;footer&gt;, &lt;section&gt;, &lt;article&gt;</a:t>
            </a:r>
            <a:endParaRPr sz="700"/>
          </a:p>
          <a:p>
            <a:pPr indent="-95250" lvl="1" marL="190500" marR="0" rtl="0" algn="l">
              <a:lnSpc>
                <a:spcPct val="140023"/>
              </a:lnSpc>
              <a:spcBef>
                <a:spcPts val="0"/>
              </a:spcBef>
              <a:spcAft>
                <a:spcPts val="0"/>
              </a:spcAft>
              <a:buClr>
                <a:srgbClr val="000000"/>
              </a:buClr>
              <a:buSzPts val="900"/>
              <a:buFont typeface="Arial"/>
              <a:buChar char="•"/>
            </a:pPr>
            <a:r>
              <a:rPr b="0" i="0" lang="ru" sz="900" u="none" cap="none" strike="noStrike">
                <a:solidFill>
                  <a:srgbClr val="000000"/>
                </a:solidFill>
                <a:latin typeface="Poppins"/>
                <a:ea typeface="Poppins"/>
                <a:cs typeface="Poppins"/>
                <a:sym typeface="Poppins"/>
              </a:rPr>
              <a:t>Forms: text input, password, email, textarea</a:t>
            </a:r>
            <a:endParaRPr sz="700"/>
          </a:p>
          <a:p>
            <a:pPr indent="-95250" lvl="1" marL="190500" marR="0" rtl="0" algn="l">
              <a:lnSpc>
                <a:spcPct val="140023"/>
              </a:lnSpc>
              <a:spcBef>
                <a:spcPts val="0"/>
              </a:spcBef>
              <a:spcAft>
                <a:spcPts val="0"/>
              </a:spcAft>
              <a:buClr>
                <a:srgbClr val="000000"/>
              </a:buClr>
              <a:buSzPts val="900"/>
              <a:buFont typeface="Arial"/>
              <a:buChar char="•"/>
            </a:pPr>
            <a:r>
              <a:rPr b="0" i="0" lang="ru" sz="900" u="none" cap="none" strike="noStrike">
                <a:solidFill>
                  <a:srgbClr val="000000"/>
                </a:solidFill>
                <a:latin typeface="Poppins"/>
                <a:ea typeface="Poppins"/>
                <a:cs typeface="Poppins"/>
                <a:sym typeface="Poppins"/>
              </a:rPr>
              <a:t>Buttons &amp; form submission</a:t>
            </a:r>
            <a:endParaRPr sz="700"/>
          </a:p>
          <a:p>
            <a:pPr indent="-95250" lvl="1" marL="190500" marR="0" rtl="0" algn="l">
              <a:lnSpc>
                <a:spcPct val="140023"/>
              </a:lnSpc>
              <a:spcBef>
                <a:spcPts val="0"/>
              </a:spcBef>
              <a:spcAft>
                <a:spcPts val="0"/>
              </a:spcAft>
              <a:buClr>
                <a:srgbClr val="000000"/>
              </a:buClr>
              <a:buSzPts val="900"/>
              <a:buFont typeface="Arial"/>
              <a:buChar char="•"/>
            </a:pPr>
            <a:r>
              <a:rPr b="0" i="0" lang="ru" sz="900" u="none" cap="none" strike="noStrike">
                <a:solidFill>
                  <a:srgbClr val="000000"/>
                </a:solidFill>
                <a:latin typeface="Poppins"/>
                <a:ea typeface="Poppins"/>
                <a:cs typeface="Poppins"/>
                <a:sym typeface="Poppins"/>
              </a:rPr>
              <a:t>HTML validation</a:t>
            </a:r>
            <a:endParaRPr sz="700"/>
          </a:p>
          <a:p>
            <a:pPr indent="0" lvl="0" marL="0" marR="0" rtl="0" algn="l">
              <a:lnSpc>
                <a:spcPct val="140023"/>
              </a:lnSpc>
              <a:spcBef>
                <a:spcPts val="0"/>
              </a:spcBef>
              <a:spcAft>
                <a:spcPts val="0"/>
              </a:spcAft>
              <a:buNone/>
            </a:pPr>
            <a:r>
              <a:t/>
            </a:r>
            <a:endParaRPr b="0" i="0" sz="900" u="none" cap="none" strike="noStrike">
              <a:solidFill>
                <a:srgbClr val="000000"/>
              </a:solidFill>
              <a:latin typeface="Poppins"/>
              <a:ea typeface="Poppins"/>
              <a:cs typeface="Poppins"/>
              <a:sym typeface="Poppins"/>
            </a:endParaRPr>
          </a:p>
        </p:txBody>
      </p:sp>
      <p:sp>
        <p:nvSpPr>
          <p:cNvPr id="439" name="Google Shape;439;p44"/>
          <p:cNvSpPr txBox="1"/>
          <p:nvPr/>
        </p:nvSpPr>
        <p:spPr>
          <a:xfrm>
            <a:off x="3779044" y="1259894"/>
            <a:ext cx="2836977" cy="3369256"/>
          </a:xfrm>
          <a:prstGeom prst="rect">
            <a:avLst/>
          </a:prstGeom>
          <a:noFill/>
          <a:ln>
            <a:noFill/>
          </a:ln>
        </p:spPr>
        <p:txBody>
          <a:bodyPr anchorCtr="0" anchor="t" bIns="0" lIns="0" spcFirstLastPara="1" rIns="0" wrap="square" tIns="0">
            <a:spAutoFit/>
          </a:bodyPr>
          <a:lstStyle/>
          <a:p>
            <a:pPr indent="0" lvl="0" marL="0" marR="0" rtl="0" algn="l">
              <a:lnSpc>
                <a:spcPct val="140023"/>
              </a:lnSpc>
              <a:spcBef>
                <a:spcPts val="0"/>
              </a:spcBef>
              <a:spcAft>
                <a:spcPts val="0"/>
              </a:spcAft>
              <a:buNone/>
            </a:pPr>
            <a:r>
              <a:rPr b="0" i="0" lang="ru" sz="900" u="none" cap="none" strike="noStrike">
                <a:solidFill>
                  <a:srgbClr val="000000"/>
                </a:solidFill>
                <a:latin typeface="Poppins"/>
                <a:ea typeface="Poppins"/>
                <a:cs typeface="Poppins"/>
                <a:sym typeface="Poppins"/>
              </a:rPr>
              <a:t>CSS Section</a:t>
            </a:r>
            <a:endParaRPr sz="700"/>
          </a:p>
          <a:p>
            <a:pPr indent="0" lvl="0" marL="0" marR="0" rtl="0" algn="l">
              <a:lnSpc>
                <a:spcPct val="140023"/>
              </a:lnSpc>
              <a:spcBef>
                <a:spcPts val="0"/>
              </a:spcBef>
              <a:spcAft>
                <a:spcPts val="0"/>
              </a:spcAft>
              <a:buNone/>
            </a:pPr>
            <a:r>
              <a:rPr b="0" i="0" lang="ru" sz="900" u="none" cap="none" strike="noStrike">
                <a:solidFill>
                  <a:srgbClr val="000000"/>
                </a:solidFill>
                <a:latin typeface="Poppins"/>
                <a:ea typeface="Poppins"/>
                <a:cs typeface="Poppins"/>
                <a:sym typeface="Poppins"/>
              </a:rPr>
              <a:t>Getting Started with CSS</a:t>
            </a:r>
            <a:endParaRPr sz="700"/>
          </a:p>
          <a:p>
            <a:pPr indent="-95250" lvl="1" marL="190500" marR="0" rtl="0" algn="l">
              <a:lnSpc>
                <a:spcPct val="140023"/>
              </a:lnSpc>
              <a:spcBef>
                <a:spcPts val="0"/>
              </a:spcBef>
              <a:spcAft>
                <a:spcPts val="0"/>
              </a:spcAft>
              <a:buClr>
                <a:srgbClr val="000000"/>
              </a:buClr>
              <a:buSzPts val="900"/>
              <a:buFont typeface="Arial"/>
              <a:buChar char="•"/>
            </a:pPr>
            <a:r>
              <a:rPr b="0" i="0" lang="ru" sz="900" u="none" cap="none" strike="noStrike">
                <a:solidFill>
                  <a:srgbClr val="000000"/>
                </a:solidFill>
                <a:latin typeface="Poppins"/>
                <a:ea typeface="Poppins"/>
                <a:cs typeface="Poppins"/>
                <a:sym typeface="Poppins"/>
              </a:rPr>
              <a:t>What CSS is and how it styles HTML</a:t>
            </a:r>
            <a:endParaRPr sz="700"/>
          </a:p>
          <a:p>
            <a:pPr indent="-95250" lvl="1" marL="190500" marR="0" rtl="0" algn="l">
              <a:lnSpc>
                <a:spcPct val="140023"/>
              </a:lnSpc>
              <a:spcBef>
                <a:spcPts val="0"/>
              </a:spcBef>
              <a:spcAft>
                <a:spcPts val="0"/>
              </a:spcAft>
              <a:buClr>
                <a:srgbClr val="000000"/>
              </a:buClr>
              <a:buSzPts val="900"/>
              <a:buFont typeface="Arial"/>
              <a:buChar char="•"/>
            </a:pPr>
            <a:r>
              <a:rPr b="0" i="0" lang="ru" sz="900" u="none" cap="none" strike="noStrike">
                <a:solidFill>
                  <a:srgbClr val="000000"/>
                </a:solidFill>
                <a:latin typeface="Poppins"/>
                <a:ea typeface="Poppins"/>
                <a:cs typeface="Poppins"/>
                <a:sym typeface="Poppins"/>
              </a:rPr>
              <a:t>Inline, internal, and external CSS</a:t>
            </a:r>
            <a:endParaRPr sz="700"/>
          </a:p>
          <a:p>
            <a:pPr indent="-95250" lvl="1" marL="190500" marR="0" rtl="0" algn="l">
              <a:lnSpc>
                <a:spcPct val="140023"/>
              </a:lnSpc>
              <a:spcBef>
                <a:spcPts val="0"/>
              </a:spcBef>
              <a:spcAft>
                <a:spcPts val="0"/>
              </a:spcAft>
              <a:buClr>
                <a:srgbClr val="000000"/>
              </a:buClr>
              <a:buSzPts val="900"/>
              <a:buFont typeface="Arial"/>
              <a:buChar char="•"/>
            </a:pPr>
            <a:r>
              <a:rPr b="0" i="0" lang="ru" sz="900" u="none" cap="none" strike="noStrike">
                <a:solidFill>
                  <a:srgbClr val="000000"/>
                </a:solidFill>
                <a:latin typeface="Poppins"/>
                <a:ea typeface="Poppins"/>
                <a:cs typeface="Poppins"/>
                <a:sym typeface="Poppins"/>
              </a:rPr>
              <a:t>Colors, backgrounds, borders</a:t>
            </a:r>
            <a:endParaRPr sz="700"/>
          </a:p>
          <a:p>
            <a:pPr indent="-95250" lvl="1" marL="190500" marR="0" rtl="0" algn="l">
              <a:lnSpc>
                <a:spcPct val="140023"/>
              </a:lnSpc>
              <a:spcBef>
                <a:spcPts val="0"/>
              </a:spcBef>
              <a:spcAft>
                <a:spcPts val="0"/>
              </a:spcAft>
              <a:buClr>
                <a:srgbClr val="000000"/>
              </a:buClr>
              <a:buSzPts val="900"/>
              <a:buFont typeface="Arial"/>
              <a:buChar char="•"/>
            </a:pPr>
            <a:r>
              <a:rPr b="0" i="0" lang="ru" sz="900" u="none" cap="none" strike="noStrike">
                <a:solidFill>
                  <a:srgbClr val="000000"/>
                </a:solidFill>
                <a:latin typeface="Poppins"/>
                <a:ea typeface="Poppins"/>
                <a:cs typeface="Poppins"/>
                <a:sym typeface="Poppins"/>
              </a:rPr>
              <a:t>CSS selectors: element, class, id</a:t>
            </a:r>
            <a:endParaRPr sz="700"/>
          </a:p>
          <a:p>
            <a:pPr indent="0" lvl="0" marL="0" marR="0" rtl="0" algn="l">
              <a:lnSpc>
                <a:spcPct val="140023"/>
              </a:lnSpc>
              <a:spcBef>
                <a:spcPts val="0"/>
              </a:spcBef>
              <a:spcAft>
                <a:spcPts val="0"/>
              </a:spcAft>
              <a:buNone/>
            </a:pPr>
            <a:r>
              <a:rPr b="0" i="0" lang="ru" sz="900" u="none" cap="none" strike="noStrike">
                <a:solidFill>
                  <a:srgbClr val="000000"/>
                </a:solidFill>
                <a:latin typeface="Poppins"/>
                <a:ea typeface="Poppins"/>
                <a:cs typeface="Poppins"/>
                <a:sym typeface="Poppins"/>
              </a:rPr>
              <a:t>Styling Elements</a:t>
            </a:r>
            <a:endParaRPr sz="700"/>
          </a:p>
          <a:p>
            <a:pPr indent="-95250" lvl="1" marL="190500" marR="0" rtl="0" algn="l">
              <a:lnSpc>
                <a:spcPct val="140023"/>
              </a:lnSpc>
              <a:spcBef>
                <a:spcPts val="0"/>
              </a:spcBef>
              <a:spcAft>
                <a:spcPts val="0"/>
              </a:spcAft>
              <a:buClr>
                <a:srgbClr val="000000"/>
              </a:buClr>
              <a:buSzPts val="900"/>
              <a:buFont typeface="Arial"/>
              <a:buChar char="•"/>
            </a:pPr>
            <a:r>
              <a:rPr b="0" i="0" lang="ru" sz="900" u="none" cap="none" strike="noStrike">
                <a:solidFill>
                  <a:srgbClr val="000000"/>
                </a:solidFill>
                <a:latin typeface="Poppins"/>
                <a:ea typeface="Poppins"/>
                <a:cs typeface="Poppins"/>
                <a:sym typeface="Poppins"/>
              </a:rPr>
              <a:t>Text styling: fonts, size, weight, decoration</a:t>
            </a:r>
            <a:endParaRPr sz="700"/>
          </a:p>
          <a:p>
            <a:pPr indent="-95250" lvl="1" marL="190500" marR="0" rtl="0" algn="l">
              <a:lnSpc>
                <a:spcPct val="140023"/>
              </a:lnSpc>
              <a:spcBef>
                <a:spcPts val="0"/>
              </a:spcBef>
              <a:spcAft>
                <a:spcPts val="0"/>
              </a:spcAft>
              <a:buClr>
                <a:srgbClr val="000000"/>
              </a:buClr>
              <a:buSzPts val="900"/>
              <a:buFont typeface="Arial"/>
              <a:buChar char="•"/>
            </a:pPr>
            <a:r>
              <a:rPr b="0" i="0" lang="ru" sz="900" u="none" cap="none" strike="noStrike">
                <a:solidFill>
                  <a:srgbClr val="000000"/>
                </a:solidFill>
                <a:latin typeface="Poppins"/>
                <a:ea typeface="Poppins"/>
                <a:cs typeface="Poppins"/>
                <a:sym typeface="Poppins"/>
              </a:rPr>
              <a:t>Box model: margin, padding, border</a:t>
            </a:r>
            <a:endParaRPr sz="700"/>
          </a:p>
          <a:p>
            <a:pPr indent="-95250" lvl="1" marL="190500" marR="0" rtl="0" algn="l">
              <a:lnSpc>
                <a:spcPct val="140023"/>
              </a:lnSpc>
              <a:spcBef>
                <a:spcPts val="0"/>
              </a:spcBef>
              <a:spcAft>
                <a:spcPts val="0"/>
              </a:spcAft>
              <a:buClr>
                <a:srgbClr val="000000"/>
              </a:buClr>
              <a:buSzPts val="900"/>
              <a:buFont typeface="Arial"/>
              <a:buChar char="•"/>
            </a:pPr>
            <a:r>
              <a:rPr b="0" i="0" lang="ru" sz="900" u="none" cap="none" strike="noStrike">
                <a:solidFill>
                  <a:srgbClr val="000000"/>
                </a:solidFill>
                <a:latin typeface="Poppins"/>
                <a:ea typeface="Poppins"/>
                <a:cs typeface="Poppins"/>
                <a:sym typeface="Poppins"/>
              </a:rPr>
              <a:t>Display: block, inline, inline-block</a:t>
            </a:r>
            <a:endParaRPr sz="700"/>
          </a:p>
          <a:p>
            <a:pPr indent="-95250" lvl="1" marL="190500" marR="0" rtl="0" algn="l">
              <a:lnSpc>
                <a:spcPct val="140023"/>
              </a:lnSpc>
              <a:spcBef>
                <a:spcPts val="0"/>
              </a:spcBef>
              <a:spcAft>
                <a:spcPts val="0"/>
              </a:spcAft>
              <a:buClr>
                <a:srgbClr val="000000"/>
              </a:buClr>
              <a:buSzPts val="900"/>
              <a:buFont typeface="Arial"/>
              <a:buChar char="•"/>
            </a:pPr>
            <a:r>
              <a:rPr b="0" i="0" lang="ru" sz="900" u="none" cap="none" strike="noStrike">
                <a:solidFill>
                  <a:srgbClr val="000000"/>
                </a:solidFill>
                <a:latin typeface="Poppins"/>
                <a:ea typeface="Poppins"/>
                <a:cs typeface="Poppins"/>
                <a:sym typeface="Poppins"/>
              </a:rPr>
              <a:t>Styling containers</a:t>
            </a:r>
            <a:endParaRPr sz="700"/>
          </a:p>
          <a:p>
            <a:pPr indent="0" lvl="0" marL="0" marR="0" rtl="0" algn="l">
              <a:lnSpc>
                <a:spcPct val="140023"/>
              </a:lnSpc>
              <a:spcBef>
                <a:spcPts val="0"/>
              </a:spcBef>
              <a:spcAft>
                <a:spcPts val="0"/>
              </a:spcAft>
              <a:buNone/>
            </a:pPr>
            <a:r>
              <a:rPr b="0" i="0" lang="ru" sz="900" u="none" cap="none" strike="noStrike">
                <a:solidFill>
                  <a:srgbClr val="000000"/>
                </a:solidFill>
                <a:latin typeface="Poppins"/>
                <a:ea typeface="Poppins"/>
                <a:cs typeface="Poppins"/>
                <a:sym typeface="Poppins"/>
              </a:rPr>
              <a:t>Page Design and Layout</a:t>
            </a:r>
            <a:endParaRPr sz="700"/>
          </a:p>
          <a:p>
            <a:pPr indent="-95250" lvl="1" marL="190500" marR="0" rtl="0" algn="l">
              <a:lnSpc>
                <a:spcPct val="140023"/>
              </a:lnSpc>
              <a:spcBef>
                <a:spcPts val="0"/>
              </a:spcBef>
              <a:spcAft>
                <a:spcPts val="0"/>
              </a:spcAft>
              <a:buClr>
                <a:srgbClr val="000000"/>
              </a:buClr>
              <a:buSzPts val="900"/>
              <a:buFont typeface="Arial"/>
              <a:buChar char="•"/>
            </a:pPr>
            <a:r>
              <a:rPr b="0" i="0" lang="ru" sz="900" u="none" cap="none" strike="noStrike">
                <a:solidFill>
                  <a:srgbClr val="000000"/>
                </a:solidFill>
                <a:latin typeface="Poppins"/>
                <a:ea typeface="Poppins"/>
                <a:cs typeface="Poppins"/>
                <a:sym typeface="Poppins"/>
              </a:rPr>
              <a:t>Positioning: relative, absolute, fixed</a:t>
            </a:r>
            <a:endParaRPr sz="700"/>
          </a:p>
          <a:p>
            <a:pPr indent="-95250" lvl="1" marL="190500" marR="0" rtl="0" algn="l">
              <a:lnSpc>
                <a:spcPct val="140023"/>
              </a:lnSpc>
              <a:spcBef>
                <a:spcPts val="0"/>
              </a:spcBef>
              <a:spcAft>
                <a:spcPts val="0"/>
              </a:spcAft>
              <a:buClr>
                <a:srgbClr val="000000"/>
              </a:buClr>
              <a:buSzPts val="900"/>
              <a:buFont typeface="Arial"/>
              <a:buChar char="•"/>
            </a:pPr>
            <a:r>
              <a:rPr b="0" i="0" lang="ru" sz="900" u="none" cap="none" strike="noStrike">
                <a:solidFill>
                  <a:srgbClr val="000000"/>
                </a:solidFill>
                <a:latin typeface="Poppins"/>
                <a:ea typeface="Poppins"/>
                <a:cs typeface="Poppins"/>
                <a:sym typeface="Poppins"/>
              </a:rPr>
              <a:t>Flexbox basics</a:t>
            </a:r>
            <a:endParaRPr sz="700"/>
          </a:p>
          <a:p>
            <a:pPr indent="-95250" lvl="1" marL="190500" marR="0" rtl="0" algn="l">
              <a:lnSpc>
                <a:spcPct val="140023"/>
              </a:lnSpc>
              <a:spcBef>
                <a:spcPts val="0"/>
              </a:spcBef>
              <a:spcAft>
                <a:spcPts val="0"/>
              </a:spcAft>
              <a:buClr>
                <a:srgbClr val="000000"/>
              </a:buClr>
              <a:buSzPts val="900"/>
              <a:buFont typeface="Arial"/>
              <a:buChar char="•"/>
            </a:pPr>
            <a:r>
              <a:rPr b="0" i="0" lang="ru" sz="900" u="none" cap="none" strike="noStrike">
                <a:solidFill>
                  <a:srgbClr val="000000"/>
                </a:solidFill>
                <a:latin typeface="Poppins"/>
                <a:ea typeface="Poppins"/>
                <a:cs typeface="Poppins"/>
                <a:sym typeface="Poppins"/>
              </a:rPr>
              <a:t>Page layout with responsive design</a:t>
            </a:r>
            <a:endParaRPr sz="700"/>
          </a:p>
          <a:p>
            <a:pPr indent="-95250" lvl="1" marL="190500" marR="0" rtl="0" algn="l">
              <a:lnSpc>
                <a:spcPct val="140023"/>
              </a:lnSpc>
              <a:spcBef>
                <a:spcPts val="0"/>
              </a:spcBef>
              <a:spcAft>
                <a:spcPts val="0"/>
              </a:spcAft>
              <a:buClr>
                <a:srgbClr val="000000"/>
              </a:buClr>
              <a:buSzPts val="900"/>
              <a:buFont typeface="Arial"/>
              <a:buChar char="•"/>
            </a:pPr>
            <a:r>
              <a:rPr b="0" i="0" lang="ru" sz="900" u="none" cap="none" strike="noStrike">
                <a:solidFill>
                  <a:srgbClr val="000000"/>
                </a:solidFill>
                <a:latin typeface="Poppins"/>
                <a:ea typeface="Poppins"/>
                <a:cs typeface="Poppins"/>
                <a:sym typeface="Poppins"/>
              </a:rPr>
              <a:t>Styling navigation bars</a:t>
            </a:r>
            <a:endParaRPr sz="700"/>
          </a:p>
          <a:p>
            <a:pPr indent="0" lvl="0" marL="0" marR="0" rtl="0" algn="l">
              <a:lnSpc>
                <a:spcPct val="140023"/>
              </a:lnSpc>
              <a:spcBef>
                <a:spcPts val="0"/>
              </a:spcBef>
              <a:spcAft>
                <a:spcPts val="0"/>
              </a:spcAft>
              <a:buNone/>
            </a:pPr>
            <a:r>
              <a:rPr b="0" i="0" lang="ru" sz="900" u="none" cap="none" strike="noStrike">
                <a:solidFill>
                  <a:srgbClr val="000000"/>
                </a:solidFill>
                <a:latin typeface="Poppins"/>
                <a:ea typeface="Poppins"/>
                <a:cs typeface="Poppins"/>
                <a:sym typeface="Poppins"/>
              </a:rPr>
              <a:t>Transitions &amp; Transforms</a:t>
            </a:r>
            <a:endParaRPr sz="700"/>
          </a:p>
          <a:p>
            <a:pPr indent="-95250" lvl="1" marL="190500" marR="0" rtl="0" algn="l">
              <a:lnSpc>
                <a:spcPct val="140023"/>
              </a:lnSpc>
              <a:spcBef>
                <a:spcPts val="0"/>
              </a:spcBef>
              <a:spcAft>
                <a:spcPts val="0"/>
              </a:spcAft>
              <a:buClr>
                <a:srgbClr val="000000"/>
              </a:buClr>
              <a:buSzPts val="900"/>
              <a:buFont typeface="Arial"/>
              <a:buChar char="•"/>
            </a:pPr>
            <a:r>
              <a:rPr b="0" i="0" lang="ru" sz="900" u="none" cap="none" strike="noStrike">
                <a:solidFill>
                  <a:srgbClr val="000000"/>
                </a:solidFill>
                <a:latin typeface="Poppins"/>
                <a:ea typeface="Poppins"/>
                <a:cs typeface="Poppins"/>
                <a:sym typeface="Poppins"/>
              </a:rPr>
              <a:t>CSS animations</a:t>
            </a:r>
            <a:endParaRPr sz="700"/>
          </a:p>
          <a:p>
            <a:pPr indent="-95250" lvl="1" marL="190500" marR="0" rtl="0" algn="l">
              <a:lnSpc>
                <a:spcPct val="140023"/>
              </a:lnSpc>
              <a:spcBef>
                <a:spcPts val="0"/>
              </a:spcBef>
              <a:spcAft>
                <a:spcPts val="0"/>
              </a:spcAft>
              <a:buClr>
                <a:srgbClr val="000000"/>
              </a:buClr>
              <a:buSzPts val="900"/>
              <a:buFont typeface="Arial"/>
              <a:buChar char="•"/>
            </a:pPr>
            <a:r>
              <a:rPr b="0" i="0" lang="ru" sz="900" u="none" cap="none" strike="noStrike">
                <a:solidFill>
                  <a:srgbClr val="000000"/>
                </a:solidFill>
                <a:latin typeface="Poppins"/>
                <a:ea typeface="Poppins"/>
                <a:cs typeface="Poppins"/>
                <a:sym typeface="Poppins"/>
              </a:rPr>
              <a:t>Hover effects</a:t>
            </a:r>
            <a:endParaRPr sz="700"/>
          </a:p>
          <a:p>
            <a:pPr indent="-95250" lvl="1" marL="190500" marR="0" rtl="0" algn="l">
              <a:lnSpc>
                <a:spcPct val="140023"/>
              </a:lnSpc>
              <a:spcBef>
                <a:spcPts val="0"/>
              </a:spcBef>
              <a:spcAft>
                <a:spcPts val="0"/>
              </a:spcAft>
              <a:buClr>
                <a:srgbClr val="000000"/>
              </a:buClr>
              <a:buSzPts val="900"/>
              <a:buFont typeface="Arial"/>
              <a:buChar char="•"/>
            </a:pPr>
            <a:r>
              <a:rPr b="0" i="0" lang="ru" sz="900" u="none" cap="none" strike="noStrike">
                <a:solidFill>
                  <a:srgbClr val="000000"/>
                </a:solidFill>
                <a:latin typeface="Poppins"/>
                <a:ea typeface="Poppins"/>
                <a:cs typeface="Poppins"/>
                <a:sym typeface="Poppins"/>
              </a:rPr>
              <a:t>Scaling, rotating, translating elements</a:t>
            </a:r>
            <a:endParaRPr sz="700"/>
          </a:p>
          <a:p>
            <a:pPr indent="-95250" lvl="1" marL="190500" marR="0" rtl="0" algn="l">
              <a:lnSpc>
                <a:spcPct val="140023"/>
              </a:lnSpc>
              <a:spcBef>
                <a:spcPts val="0"/>
              </a:spcBef>
              <a:spcAft>
                <a:spcPts val="0"/>
              </a:spcAft>
              <a:buClr>
                <a:srgbClr val="000000"/>
              </a:buClr>
              <a:buSzPts val="900"/>
              <a:buFont typeface="Arial"/>
              <a:buChar char="•"/>
            </a:pPr>
            <a:r>
              <a:rPr b="0" i="0" lang="ru" sz="900" u="none" cap="none" strike="noStrike">
                <a:solidFill>
                  <a:srgbClr val="000000"/>
                </a:solidFill>
                <a:latin typeface="Poppins"/>
                <a:ea typeface="Poppins"/>
                <a:cs typeface="Poppins"/>
                <a:sym typeface="Poppins"/>
              </a:rPr>
              <a:t>Smooth visual effects</a:t>
            </a:r>
            <a:endParaRPr sz="700"/>
          </a:p>
          <a:p>
            <a:pPr indent="0" lvl="0" marL="0" marR="0" rtl="0" algn="l">
              <a:lnSpc>
                <a:spcPct val="140023"/>
              </a:lnSpc>
              <a:spcBef>
                <a:spcPts val="0"/>
              </a:spcBef>
              <a:spcAft>
                <a:spcPts val="0"/>
              </a:spcAft>
              <a:buNone/>
            </a:pPr>
            <a:r>
              <a:t/>
            </a:r>
            <a:endParaRPr b="0" i="0" sz="900" u="none" cap="none" strike="noStrike">
              <a:solidFill>
                <a:srgbClr val="000000"/>
              </a:solidFill>
              <a:latin typeface="Poppins"/>
              <a:ea typeface="Poppins"/>
              <a:cs typeface="Poppins"/>
              <a:sym typeface="Poppins"/>
            </a:endParaRPr>
          </a:p>
        </p:txBody>
      </p:sp>
      <p:sp>
        <p:nvSpPr>
          <p:cNvPr id="440" name="Google Shape;440;p44"/>
          <p:cNvSpPr txBox="1"/>
          <p:nvPr/>
        </p:nvSpPr>
        <p:spPr>
          <a:xfrm>
            <a:off x="1188697" y="675364"/>
            <a:ext cx="6595288" cy="333057"/>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None/>
            </a:pPr>
            <a:r>
              <a:rPr b="0" i="0" lang="ru" sz="900" u="none" cap="none" strike="noStrike">
                <a:solidFill>
                  <a:srgbClr val="000000"/>
                </a:solidFill>
                <a:latin typeface="Archivo Black"/>
                <a:ea typeface="Archivo Black"/>
                <a:cs typeface="Archivo Black"/>
                <a:sym typeface="Archivo Black"/>
              </a:rPr>
              <a:t>Web Development (Main Module)</a:t>
            </a:r>
            <a:endParaRPr sz="700"/>
          </a:p>
          <a:p>
            <a:pPr indent="0" lvl="0" marL="0" marR="0" rtl="0" algn="ctr">
              <a:lnSpc>
                <a:spcPct val="140021"/>
              </a:lnSpc>
              <a:spcBef>
                <a:spcPts val="0"/>
              </a:spcBef>
              <a:spcAft>
                <a:spcPts val="0"/>
              </a:spcAft>
              <a:buNone/>
            </a:pPr>
            <a:r>
              <a:rPr b="0" i="0" lang="ru" sz="900" u="none" cap="none" strike="noStrike">
                <a:solidFill>
                  <a:srgbClr val="000000"/>
                </a:solidFill>
                <a:latin typeface="Archivo Black"/>
                <a:ea typeface="Archivo Black"/>
                <a:cs typeface="Archivo Black"/>
                <a:sym typeface="Archivo Black"/>
              </a:rPr>
              <a:t>This module gives a full introduction to building modern websites using HTML, CSS, and JavaScript.</a:t>
            </a:r>
            <a:endParaRPr sz="7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45"/>
          <p:cNvSpPr/>
          <p:nvPr/>
        </p:nvSpPr>
        <p:spPr>
          <a:xfrm>
            <a:off x="514350" y="283540"/>
            <a:ext cx="1918673" cy="1882698"/>
          </a:xfrm>
          <a:custGeom>
            <a:rect b="b" l="l" r="r" t="t"/>
            <a:pathLst>
              <a:path extrusionOk="0" h="3765395" w="3837346">
                <a:moveTo>
                  <a:pt x="0" y="0"/>
                </a:moveTo>
                <a:lnTo>
                  <a:pt x="3837346" y="0"/>
                </a:lnTo>
                <a:lnTo>
                  <a:pt x="3837346" y="3765396"/>
                </a:lnTo>
                <a:lnTo>
                  <a:pt x="0" y="3765396"/>
                </a:lnTo>
                <a:lnTo>
                  <a:pt x="0" y="0"/>
                </a:lnTo>
                <a:close/>
              </a:path>
            </a:pathLst>
          </a:custGeom>
          <a:blipFill rotWithShape="1">
            <a:blip r:embed="rId3">
              <a:alphaModFix/>
            </a:blip>
            <a:stretch>
              <a:fillRect b="0" l="0" r="0" t="0"/>
            </a:stretch>
          </a:blipFill>
          <a:ln>
            <a:noFill/>
          </a:ln>
        </p:spPr>
      </p:sp>
      <p:sp>
        <p:nvSpPr>
          <p:cNvPr id="446" name="Google Shape;446;p45"/>
          <p:cNvSpPr/>
          <p:nvPr/>
        </p:nvSpPr>
        <p:spPr>
          <a:xfrm>
            <a:off x="2686579" y="283540"/>
            <a:ext cx="1991072" cy="1882698"/>
          </a:xfrm>
          <a:custGeom>
            <a:rect b="b" l="l" r="r" t="t"/>
            <a:pathLst>
              <a:path extrusionOk="0" h="3765395" w="3982145">
                <a:moveTo>
                  <a:pt x="0" y="0"/>
                </a:moveTo>
                <a:lnTo>
                  <a:pt x="3982146" y="0"/>
                </a:lnTo>
                <a:lnTo>
                  <a:pt x="3982146" y="3765396"/>
                </a:lnTo>
                <a:lnTo>
                  <a:pt x="0" y="3765396"/>
                </a:lnTo>
                <a:lnTo>
                  <a:pt x="0" y="0"/>
                </a:lnTo>
                <a:close/>
              </a:path>
            </a:pathLst>
          </a:custGeom>
          <a:blipFill rotWithShape="1">
            <a:blip r:embed="rId4">
              <a:alphaModFix/>
            </a:blip>
            <a:stretch>
              <a:fillRect b="0" l="0" r="0" t="0"/>
            </a:stretch>
          </a:blipFill>
          <a:ln>
            <a:noFill/>
          </a:ln>
        </p:spPr>
      </p:sp>
      <p:sp>
        <p:nvSpPr>
          <p:cNvPr id="447" name="Google Shape;447;p45"/>
          <p:cNvSpPr/>
          <p:nvPr/>
        </p:nvSpPr>
        <p:spPr>
          <a:xfrm>
            <a:off x="418412" y="2345275"/>
            <a:ext cx="4029222" cy="1428210"/>
          </a:xfrm>
          <a:custGeom>
            <a:rect b="b" l="l" r="r" t="t"/>
            <a:pathLst>
              <a:path extrusionOk="0" h="2856421" w="8058444">
                <a:moveTo>
                  <a:pt x="0" y="0"/>
                </a:moveTo>
                <a:lnTo>
                  <a:pt x="8058444" y="0"/>
                </a:lnTo>
                <a:lnTo>
                  <a:pt x="8058444" y="2856421"/>
                </a:lnTo>
                <a:lnTo>
                  <a:pt x="0" y="2856421"/>
                </a:lnTo>
                <a:lnTo>
                  <a:pt x="0" y="0"/>
                </a:lnTo>
                <a:close/>
              </a:path>
            </a:pathLst>
          </a:custGeom>
          <a:blipFill rotWithShape="1">
            <a:blip r:embed="rId5">
              <a:alphaModFix/>
            </a:blip>
            <a:stretch>
              <a:fillRect b="0" l="0" r="0" t="0"/>
            </a:stretch>
          </a:blipFill>
          <a:ln>
            <a:noFill/>
          </a:ln>
        </p:spPr>
      </p:sp>
      <p:sp>
        <p:nvSpPr>
          <p:cNvPr id="448" name="Google Shape;448;p45"/>
          <p:cNvSpPr/>
          <p:nvPr/>
        </p:nvSpPr>
        <p:spPr>
          <a:xfrm>
            <a:off x="5029628" y="618476"/>
            <a:ext cx="3526099" cy="1953274"/>
          </a:xfrm>
          <a:custGeom>
            <a:rect b="b" l="l" r="r" t="t"/>
            <a:pathLst>
              <a:path extrusionOk="0" h="3906547" w="7052199">
                <a:moveTo>
                  <a:pt x="0" y="0"/>
                </a:moveTo>
                <a:lnTo>
                  <a:pt x="7052199" y="0"/>
                </a:lnTo>
                <a:lnTo>
                  <a:pt x="7052199" y="3906547"/>
                </a:lnTo>
                <a:lnTo>
                  <a:pt x="0" y="3906547"/>
                </a:lnTo>
                <a:lnTo>
                  <a:pt x="0" y="0"/>
                </a:lnTo>
                <a:close/>
              </a:path>
            </a:pathLst>
          </a:custGeom>
          <a:blipFill rotWithShape="1">
            <a:blip r:embed="rId6">
              <a:alphaModFix/>
            </a:blip>
            <a:stretch>
              <a:fillRect b="0" l="0" r="0" t="0"/>
            </a:stretch>
          </a:blipFill>
          <a:ln>
            <a:noFill/>
          </a:ln>
        </p:spPr>
      </p:sp>
      <p:sp>
        <p:nvSpPr>
          <p:cNvPr id="449" name="Google Shape;449;p45"/>
          <p:cNvSpPr/>
          <p:nvPr/>
        </p:nvSpPr>
        <p:spPr>
          <a:xfrm>
            <a:off x="5029628" y="2571750"/>
            <a:ext cx="3033824" cy="2403471"/>
          </a:xfrm>
          <a:custGeom>
            <a:rect b="b" l="l" r="r" t="t"/>
            <a:pathLst>
              <a:path extrusionOk="0" h="4806943" w="6067647">
                <a:moveTo>
                  <a:pt x="0" y="0"/>
                </a:moveTo>
                <a:lnTo>
                  <a:pt x="6067646" y="0"/>
                </a:lnTo>
                <a:lnTo>
                  <a:pt x="6067646" y="4806943"/>
                </a:lnTo>
                <a:lnTo>
                  <a:pt x="0" y="4806943"/>
                </a:lnTo>
                <a:lnTo>
                  <a:pt x="0" y="0"/>
                </a:lnTo>
                <a:close/>
              </a:path>
            </a:pathLst>
          </a:custGeom>
          <a:blipFill rotWithShape="1">
            <a:blip r:embed="rId7">
              <a:alphaModFix/>
            </a:blip>
            <a:stretch>
              <a:fillRect b="0" l="0" r="0" t="0"/>
            </a:stretch>
          </a:blipFill>
          <a:ln>
            <a:noFill/>
          </a:ln>
        </p:spPr>
      </p:sp>
      <p:sp>
        <p:nvSpPr>
          <p:cNvPr id="450" name="Google Shape;450;p45"/>
          <p:cNvSpPr/>
          <p:nvPr/>
        </p:nvSpPr>
        <p:spPr>
          <a:xfrm>
            <a:off x="742602" y="3631677"/>
            <a:ext cx="3380841" cy="1343545"/>
          </a:xfrm>
          <a:custGeom>
            <a:rect b="b" l="l" r="r" t="t"/>
            <a:pathLst>
              <a:path extrusionOk="0" h="2687090" w="6761683">
                <a:moveTo>
                  <a:pt x="0" y="0"/>
                </a:moveTo>
                <a:lnTo>
                  <a:pt x="6761683" y="0"/>
                </a:lnTo>
                <a:lnTo>
                  <a:pt x="6761683" y="2687090"/>
                </a:lnTo>
                <a:lnTo>
                  <a:pt x="0" y="2687090"/>
                </a:lnTo>
                <a:lnTo>
                  <a:pt x="0" y="0"/>
                </a:lnTo>
                <a:close/>
              </a:path>
            </a:pathLst>
          </a:custGeom>
          <a:blipFill rotWithShape="1">
            <a:blip r:embed="rId8">
              <a:alphaModFix/>
            </a:blip>
            <a:stretch>
              <a:fillRect b="0" l="0" r="0" t="-104511"/>
            </a:stretch>
          </a:blipFill>
          <a:ln>
            <a:noFill/>
          </a:ln>
        </p:spPr>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46"/>
          <p:cNvSpPr/>
          <p:nvPr/>
        </p:nvSpPr>
        <p:spPr>
          <a:xfrm>
            <a:off x="378169" y="370543"/>
            <a:ext cx="3448137" cy="3079329"/>
          </a:xfrm>
          <a:custGeom>
            <a:rect b="b" l="l" r="r" t="t"/>
            <a:pathLst>
              <a:path extrusionOk="0" h="6158657" w="6896274">
                <a:moveTo>
                  <a:pt x="0" y="0"/>
                </a:moveTo>
                <a:lnTo>
                  <a:pt x="6896274" y="0"/>
                </a:lnTo>
                <a:lnTo>
                  <a:pt x="6896274" y="6158657"/>
                </a:lnTo>
                <a:lnTo>
                  <a:pt x="0" y="6158657"/>
                </a:lnTo>
                <a:lnTo>
                  <a:pt x="0" y="0"/>
                </a:lnTo>
                <a:close/>
              </a:path>
            </a:pathLst>
          </a:custGeom>
          <a:blipFill rotWithShape="1">
            <a:blip r:embed="rId3">
              <a:alphaModFix/>
            </a:blip>
            <a:stretch>
              <a:fillRect b="0" l="0" r="0" t="0"/>
            </a:stretch>
          </a:blipFill>
          <a:ln>
            <a:noFill/>
          </a:ln>
        </p:spPr>
      </p:sp>
      <p:sp>
        <p:nvSpPr>
          <p:cNvPr id="456" name="Google Shape;456;p46"/>
          <p:cNvSpPr/>
          <p:nvPr/>
        </p:nvSpPr>
        <p:spPr>
          <a:xfrm>
            <a:off x="514350" y="3159788"/>
            <a:ext cx="2986829" cy="1299270"/>
          </a:xfrm>
          <a:custGeom>
            <a:rect b="b" l="l" r="r" t="t"/>
            <a:pathLst>
              <a:path extrusionOk="0" h="2598541" w="5973658">
                <a:moveTo>
                  <a:pt x="0" y="0"/>
                </a:moveTo>
                <a:lnTo>
                  <a:pt x="5973658" y="0"/>
                </a:lnTo>
                <a:lnTo>
                  <a:pt x="5973658" y="2598541"/>
                </a:lnTo>
                <a:lnTo>
                  <a:pt x="0" y="2598541"/>
                </a:lnTo>
                <a:lnTo>
                  <a:pt x="0" y="0"/>
                </a:lnTo>
                <a:close/>
              </a:path>
            </a:pathLst>
          </a:custGeom>
          <a:blipFill rotWithShape="1">
            <a:blip r:embed="rId4">
              <a:alphaModFix/>
            </a:blip>
            <a:stretch>
              <a:fillRect b="0" l="0" r="0" t="0"/>
            </a:stretch>
          </a:blipFill>
          <a:ln>
            <a:noFill/>
          </a:ln>
        </p:spPr>
      </p:sp>
      <p:sp>
        <p:nvSpPr>
          <p:cNvPr id="457" name="Google Shape;457;p46"/>
          <p:cNvSpPr/>
          <p:nvPr/>
        </p:nvSpPr>
        <p:spPr>
          <a:xfrm>
            <a:off x="4052470" y="658731"/>
            <a:ext cx="2820971" cy="2715052"/>
          </a:xfrm>
          <a:custGeom>
            <a:rect b="b" l="l" r="r" t="t"/>
            <a:pathLst>
              <a:path extrusionOk="0" h="5430103" w="5641941">
                <a:moveTo>
                  <a:pt x="0" y="0"/>
                </a:moveTo>
                <a:lnTo>
                  <a:pt x="5641941" y="0"/>
                </a:lnTo>
                <a:lnTo>
                  <a:pt x="5641941" y="5430103"/>
                </a:lnTo>
                <a:lnTo>
                  <a:pt x="0" y="5430103"/>
                </a:lnTo>
                <a:lnTo>
                  <a:pt x="0" y="0"/>
                </a:lnTo>
                <a:close/>
              </a:path>
            </a:pathLst>
          </a:custGeom>
          <a:blipFill rotWithShape="1">
            <a:blip r:embed="rId5">
              <a:alphaModFix/>
            </a:blip>
            <a:stretch>
              <a:fillRect b="0" l="0" r="0" t="0"/>
            </a:stretch>
          </a:blipFill>
          <a:ln>
            <a:noFill/>
          </a:ln>
        </p:spPr>
      </p:sp>
      <p:sp>
        <p:nvSpPr>
          <p:cNvPr id="458" name="Google Shape;458;p46"/>
          <p:cNvSpPr/>
          <p:nvPr/>
        </p:nvSpPr>
        <p:spPr>
          <a:xfrm>
            <a:off x="4052470" y="3639547"/>
            <a:ext cx="4018082" cy="989603"/>
          </a:xfrm>
          <a:custGeom>
            <a:rect b="b" l="l" r="r" t="t"/>
            <a:pathLst>
              <a:path extrusionOk="0" h="1979206" w="8036164">
                <a:moveTo>
                  <a:pt x="0" y="0"/>
                </a:moveTo>
                <a:lnTo>
                  <a:pt x="8036164" y="0"/>
                </a:lnTo>
                <a:lnTo>
                  <a:pt x="8036164" y="1979206"/>
                </a:lnTo>
                <a:lnTo>
                  <a:pt x="0" y="1979206"/>
                </a:lnTo>
                <a:lnTo>
                  <a:pt x="0" y="0"/>
                </a:lnTo>
                <a:close/>
              </a:path>
            </a:pathLst>
          </a:custGeom>
          <a:blipFill rotWithShape="1">
            <a:blip r:embed="rId6">
              <a:alphaModFix/>
            </a:blip>
            <a:stretch>
              <a:fillRect b="0" l="0" r="-35854" t="0"/>
            </a:stretch>
          </a:blipFill>
          <a:ln>
            <a:noFill/>
          </a:ln>
        </p:spPr>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47"/>
          <p:cNvSpPr/>
          <p:nvPr/>
        </p:nvSpPr>
        <p:spPr>
          <a:xfrm>
            <a:off x="999482" y="673954"/>
            <a:ext cx="3242423" cy="3119347"/>
          </a:xfrm>
          <a:custGeom>
            <a:rect b="b" l="l" r="r" t="t"/>
            <a:pathLst>
              <a:path extrusionOk="0" h="6238694" w="6484846">
                <a:moveTo>
                  <a:pt x="0" y="0"/>
                </a:moveTo>
                <a:lnTo>
                  <a:pt x="6484846" y="0"/>
                </a:lnTo>
                <a:lnTo>
                  <a:pt x="6484846" y="6238694"/>
                </a:lnTo>
                <a:lnTo>
                  <a:pt x="0" y="6238694"/>
                </a:lnTo>
                <a:lnTo>
                  <a:pt x="0" y="0"/>
                </a:lnTo>
                <a:close/>
              </a:path>
            </a:pathLst>
          </a:custGeom>
          <a:blipFill rotWithShape="1">
            <a:blip r:embed="rId3">
              <a:alphaModFix/>
            </a:blip>
            <a:stretch>
              <a:fillRect b="0" l="0" r="0" t="0"/>
            </a:stretch>
          </a:blipFill>
          <a:ln>
            <a:noFill/>
          </a:ln>
        </p:spPr>
      </p:sp>
      <p:sp>
        <p:nvSpPr>
          <p:cNvPr id="464" name="Google Shape;464;p47"/>
          <p:cNvSpPr/>
          <p:nvPr/>
        </p:nvSpPr>
        <p:spPr>
          <a:xfrm>
            <a:off x="5045721" y="776861"/>
            <a:ext cx="3257034" cy="3131441"/>
          </a:xfrm>
          <a:custGeom>
            <a:rect b="b" l="l" r="r" t="t"/>
            <a:pathLst>
              <a:path extrusionOk="0" h="6262882" w="6514068">
                <a:moveTo>
                  <a:pt x="0" y="0"/>
                </a:moveTo>
                <a:lnTo>
                  <a:pt x="6514068" y="0"/>
                </a:lnTo>
                <a:lnTo>
                  <a:pt x="6514068" y="6262883"/>
                </a:lnTo>
                <a:lnTo>
                  <a:pt x="0" y="6262883"/>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48"/>
          <p:cNvSpPr/>
          <p:nvPr/>
        </p:nvSpPr>
        <p:spPr>
          <a:xfrm>
            <a:off x="924808" y="988739"/>
            <a:ext cx="3236917" cy="3132366"/>
          </a:xfrm>
          <a:custGeom>
            <a:rect b="b" l="l" r="r" t="t"/>
            <a:pathLst>
              <a:path extrusionOk="0" h="6264732" w="6473835">
                <a:moveTo>
                  <a:pt x="0" y="0"/>
                </a:moveTo>
                <a:lnTo>
                  <a:pt x="6473835" y="0"/>
                </a:lnTo>
                <a:lnTo>
                  <a:pt x="6473835" y="6264732"/>
                </a:lnTo>
                <a:lnTo>
                  <a:pt x="0" y="6264732"/>
                </a:lnTo>
                <a:lnTo>
                  <a:pt x="0" y="0"/>
                </a:lnTo>
                <a:close/>
              </a:path>
            </a:pathLst>
          </a:custGeom>
          <a:blipFill rotWithShape="1">
            <a:blip r:embed="rId3">
              <a:alphaModFix/>
            </a:blip>
            <a:stretch>
              <a:fillRect b="0" l="0" r="0" t="0"/>
            </a:stretch>
          </a:blipFill>
          <a:ln>
            <a:noFill/>
          </a:ln>
        </p:spPr>
      </p:sp>
      <p:sp>
        <p:nvSpPr>
          <p:cNvPr id="470" name="Google Shape;470;p48"/>
          <p:cNvSpPr/>
          <p:nvPr/>
        </p:nvSpPr>
        <p:spPr>
          <a:xfrm>
            <a:off x="4930722" y="988739"/>
            <a:ext cx="3222415" cy="3166023"/>
          </a:xfrm>
          <a:custGeom>
            <a:rect b="b" l="l" r="r" t="t"/>
            <a:pathLst>
              <a:path extrusionOk="0" h="6332045" w="6444830">
                <a:moveTo>
                  <a:pt x="0" y="0"/>
                </a:moveTo>
                <a:lnTo>
                  <a:pt x="6444829" y="0"/>
                </a:lnTo>
                <a:lnTo>
                  <a:pt x="6444829" y="6332046"/>
                </a:lnTo>
                <a:lnTo>
                  <a:pt x="0" y="6332046"/>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49"/>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grpSp>
        <p:nvGrpSpPr>
          <p:cNvPr id="476" name="Google Shape;476;p49"/>
          <p:cNvGrpSpPr/>
          <p:nvPr/>
        </p:nvGrpSpPr>
        <p:grpSpPr>
          <a:xfrm>
            <a:off x="5812363" y="4408563"/>
            <a:ext cx="1257300" cy="220587"/>
            <a:chOff x="0" y="-47625"/>
            <a:chExt cx="662281" cy="116195"/>
          </a:xfrm>
        </p:grpSpPr>
        <p:sp>
          <p:nvSpPr>
            <p:cNvPr id="477" name="Google Shape;477;p49"/>
            <p:cNvSpPr/>
            <p:nvPr/>
          </p:nvSpPr>
          <p:spPr>
            <a:xfrm>
              <a:off x="0" y="0"/>
              <a:ext cx="662281" cy="68570"/>
            </a:xfrm>
            <a:custGeom>
              <a:rect b="b" l="l" r="r" t="t"/>
              <a:pathLst>
                <a:path extrusionOk="0" h="68570" w="662281">
                  <a:moveTo>
                    <a:pt x="0" y="0"/>
                  </a:moveTo>
                  <a:lnTo>
                    <a:pt x="662281" y="0"/>
                  </a:lnTo>
                  <a:lnTo>
                    <a:pt x="662281" y="68570"/>
                  </a:lnTo>
                  <a:lnTo>
                    <a:pt x="0" y="68570"/>
                  </a:lnTo>
                  <a:close/>
                </a:path>
              </a:pathLst>
            </a:custGeom>
            <a:solidFill>
              <a:srgbClr val="004AAD"/>
            </a:solidFill>
            <a:ln>
              <a:noFill/>
            </a:ln>
          </p:spPr>
        </p:sp>
        <p:sp>
          <p:nvSpPr>
            <p:cNvPr id="478" name="Google Shape;478;p49"/>
            <p:cNvSpPr txBox="1"/>
            <p:nvPr/>
          </p:nvSpPr>
          <p:spPr>
            <a:xfrm>
              <a:off x="0" y="-47625"/>
              <a:ext cx="662281" cy="116195"/>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479" name="Google Shape;479;p49"/>
          <p:cNvSpPr txBox="1"/>
          <p:nvPr/>
        </p:nvSpPr>
        <p:spPr>
          <a:xfrm>
            <a:off x="4920263" y="977629"/>
            <a:ext cx="2585166" cy="292814"/>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ru" sz="1700" u="none" cap="none" strike="noStrike">
                <a:solidFill>
                  <a:srgbClr val="004AAD"/>
                </a:solidFill>
                <a:latin typeface="League Spartan"/>
                <a:ea typeface="League Spartan"/>
                <a:cs typeface="League Spartan"/>
                <a:sym typeface="League Spartan"/>
              </a:rPr>
              <a:t>RECOMMENDATION </a:t>
            </a:r>
            <a:endParaRPr sz="700"/>
          </a:p>
        </p:txBody>
      </p:sp>
      <p:sp>
        <p:nvSpPr>
          <p:cNvPr id="480" name="Google Shape;480;p49"/>
          <p:cNvSpPr txBox="1"/>
          <p:nvPr/>
        </p:nvSpPr>
        <p:spPr>
          <a:xfrm>
            <a:off x="4658325" y="1664695"/>
            <a:ext cx="3674537" cy="2217726"/>
          </a:xfrm>
          <a:prstGeom prst="rect">
            <a:avLst/>
          </a:prstGeom>
          <a:noFill/>
          <a:ln>
            <a:noFill/>
          </a:ln>
        </p:spPr>
        <p:txBody>
          <a:bodyPr anchorCtr="0" anchor="t" bIns="0" lIns="0" spcFirstLastPara="1" rIns="0" wrap="square" tIns="0">
            <a:spAutoFit/>
          </a:bodyPr>
          <a:lstStyle/>
          <a:p>
            <a:pPr indent="0" lvl="0" marL="0" marR="0" rtl="0" algn="l">
              <a:lnSpc>
                <a:spcPct val="140032"/>
              </a:lnSpc>
              <a:spcBef>
                <a:spcPts val="0"/>
              </a:spcBef>
              <a:spcAft>
                <a:spcPts val="0"/>
              </a:spcAft>
              <a:buNone/>
            </a:pPr>
            <a:r>
              <a:rPr b="0" i="0" lang="ru" sz="1600" u="none" cap="none" strike="noStrike">
                <a:solidFill>
                  <a:srgbClr val="000000"/>
                </a:solidFill>
                <a:latin typeface="Poppins"/>
                <a:ea typeface="Poppins"/>
                <a:cs typeface="Poppins"/>
                <a:sym typeface="Poppins"/>
              </a:rPr>
              <a:t> I recommend this Web Development course on SoloLearn to anyone who is starting their journey in web programming. It’s beginner-friendly, flexible, covers essential technologies, and builds a strong foundation.</a:t>
            </a:r>
            <a:endParaRPr sz="700"/>
          </a:p>
          <a:p>
            <a:pPr indent="0" lvl="0" marL="0" marR="0" rtl="0" algn="l">
              <a:lnSpc>
                <a:spcPct val="140032"/>
              </a:lnSpc>
              <a:spcBef>
                <a:spcPts val="0"/>
              </a:spcBef>
              <a:spcAft>
                <a:spcPts val="0"/>
              </a:spcAft>
              <a:buNone/>
            </a:pPr>
            <a:r>
              <a:t/>
            </a:r>
            <a:endParaRPr b="0" i="0" sz="1600" u="none" cap="none" strike="noStrike">
              <a:solidFill>
                <a:srgbClr val="000000"/>
              </a:solidFill>
              <a:latin typeface="Poppins"/>
              <a:ea typeface="Poppins"/>
              <a:cs typeface="Poppins"/>
              <a:sym typeface="Poppins"/>
            </a:endParaRPr>
          </a:p>
        </p:txBody>
      </p:sp>
      <p:grpSp>
        <p:nvGrpSpPr>
          <p:cNvPr id="481" name="Google Shape;481;p49"/>
          <p:cNvGrpSpPr/>
          <p:nvPr/>
        </p:nvGrpSpPr>
        <p:grpSpPr>
          <a:xfrm>
            <a:off x="403225" y="312812"/>
            <a:ext cx="3495007" cy="4427463"/>
            <a:chOff x="0" y="-47625"/>
            <a:chExt cx="1840992" cy="2332162"/>
          </a:xfrm>
        </p:grpSpPr>
        <p:sp>
          <p:nvSpPr>
            <p:cNvPr id="482" name="Google Shape;482;p49"/>
            <p:cNvSpPr/>
            <p:nvPr/>
          </p:nvSpPr>
          <p:spPr>
            <a:xfrm>
              <a:off x="0" y="0"/>
              <a:ext cx="1840992" cy="2284537"/>
            </a:xfrm>
            <a:custGeom>
              <a:rect b="b" l="l" r="r" t="t"/>
              <a:pathLst>
                <a:path extrusionOk="0" h="2284537" w="1840992">
                  <a:moveTo>
                    <a:pt x="56486" y="0"/>
                  </a:moveTo>
                  <a:lnTo>
                    <a:pt x="1784506" y="0"/>
                  </a:lnTo>
                  <a:cubicBezTo>
                    <a:pt x="1799487" y="0"/>
                    <a:pt x="1813854" y="5951"/>
                    <a:pt x="1824447" y="16544"/>
                  </a:cubicBezTo>
                  <a:cubicBezTo>
                    <a:pt x="1835041" y="27138"/>
                    <a:pt x="1840992" y="41505"/>
                    <a:pt x="1840992" y="56486"/>
                  </a:cubicBezTo>
                  <a:lnTo>
                    <a:pt x="1840992" y="2228051"/>
                  </a:lnTo>
                  <a:cubicBezTo>
                    <a:pt x="1840992" y="2243032"/>
                    <a:pt x="1835041" y="2257399"/>
                    <a:pt x="1824447" y="2267992"/>
                  </a:cubicBezTo>
                  <a:cubicBezTo>
                    <a:pt x="1813854" y="2278586"/>
                    <a:pt x="1799487" y="2284537"/>
                    <a:pt x="1784506" y="2284537"/>
                  </a:cubicBezTo>
                  <a:lnTo>
                    <a:pt x="56486" y="2284537"/>
                  </a:lnTo>
                  <a:cubicBezTo>
                    <a:pt x="41505" y="2284537"/>
                    <a:pt x="27138" y="2278586"/>
                    <a:pt x="16544" y="2267992"/>
                  </a:cubicBezTo>
                  <a:cubicBezTo>
                    <a:pt x="5951" y="2257399"/>
                    <a:pt x="0" y="2243032"/>
                    <a:pt x="0" y="2228051"/>
                  </a:cubicBezTo>
                  <a:lnTo>
                    <a:pt x="0" y="56486"/>
                  </a:lnTo>
                  <a:cubicBezTo>
                    <a:pt x="0" y="41505"/>
                    <a:pt x="5951" y="27138"/>
                    <a:pt x="16544" y="16544"/>
                  </a:cubicBezTo>
                  <a:cubicBezTo>
                    <a:pt x="27138" y="5951"/>
                    <a:pt x="41505" y="0"/>
                    <a:pt x="56486" y="0"/>
                  </a:cubicBezTo>
                  <a:close/>
                </a:path>
              </a:pathLst>
            </a:custGeom>
            <a:solidFill>
              <a:srgbClr val="004AA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83" name="Google Shape;483;p49"/>
            <p:cNvSpPr txBox="1"/>
            <p:nvPr/>
          </p:nvSpPr>
          <p:spPr>
            <a:xfrm>
              <a:off x="0" y="-47625"/>
              <a:ext cx="1840992" cy="2332162"/>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484" name="Google Shape;484;p49"/>
          <p:cNvSpPr txBox="1"/>
          <p:nvPr/>
        </p:nvSpPr>
        <p:spPr>
          <a:xfrm>
            <a:off x="836742" y="1835590"/>
            <a:ext cx="2428046" cy="2046830"/>
          </a:xfrm>
          <a:prstGeom prst="rect">
            <a:avLst/>
          </a:prstGeom>
          <a:noFill/>
          <a:ln>
            <a:noFill/>
          </a:ln>
        </p:spPr>
        <p:txBody>
          <a:bodyPr anchorCtr="0" anchor="t" bIns="0" lIns="0" spcFirstLastPara="1" rIns="0" wrap="square" tIns="0">
            <a:spAutoFit/>
          </a:bodyPr>
          <a:lstStyle/>
          <a:p>
            <a:pPr indent="0" lvl="0" marL="0" marR="0" rtl="0" algn="just">
              <a:lnSpc>
                <a:spcPct val="140008"/>
              </a:lnSpc>
              <a:spcBef>
                <a:spcPts val="0"/>
              </a:spcBef>
              <a:spcAft>
                <a:spcPts val="0"/>
              </a:spcAft>
              <a:buNone/>
            </a:pPr>
            <a:r>
              <a:rPr b="0" i="0" lang="ru" sz="1200" u="none" cap="none" strike="noStrike">
                <a:solidFill>
                  <a:srgbClr val="FFFFFF"/>
                </a:solidFill>
                <a:latin typeface="Poppins"/>
                <a:ea typeface="Poppins"/>
                <a:cs typeface="Poppins"/>
                <a:sym typeface="Poppins"/>
              </a:rPr>
              <a:t> I plan to continue learning more advanced web technologies and build personal projects. The foundation from this course gives me a base to move further: build interactive apps, work with APIs, and eventually learn frameworks and full-stack development.</a:t>
            </a:r>
            <a:endParaRPr sz="700"/>
          </a:p>
          <a:p>
            <a:pPr indent="0" lvl="0" marL="0" marR="0" rtl="0" algn="r">
              <a:lnSpc>
                <a:spcPct val="140008"/>
              </a:lnSpc>
              <a:spcBef>
                <a:spcPts val="0"/>
              </a:spcBef>
              <a:spcAft>
                <a:spcPts val="0"/>
              </a:spcAft>
              <a:buNone/>
            </a:pPr>
            <a:r>
              <a:t/>
            </a:r>
            <a:endParaRPr b="0" i="0" sz="1200" u="none" cap="none" strike="noStrike">
              <a:solidFill>
                <a:srgbClr val="FFFFFF"/>
              </a:solidFill>
              <a:latin typeface="Poppins"/>
              <a:ea typeface="Poppins"/>
              <a:cs typeface="Poppins"/>
              <a:sym typeface="Poppins"/>
            </a:endParaRPr>
          </a:p>
        </p:txBody>
      </p:sp>
      <p:grpSp>
        <p:nvGrpSpPr>
          <p:cNvPr id="485" name="Google Shape;485;p49"/>
          <p:cNvGrpSpPr/>
          <p:nvPr/>
        </p:nvGrpSpPr>
        <p:grpSpPr>
          <a:xfrm>
            <a:off x="3431167" y="803376"/>
            <a:ext cx="934133" cy="934133"/>
            <a:chOff x="0" y="0"/>
            <a:chExt cx="812800" cy="812800"/>
          </a:xfrm>
        </p:grpSpPr>
        <p:sp>
          <p:nvSpPr>
            <p:cNvPr id="486" name="Google Shape;486;p4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87" name="Google Shape;487;p49"/>
            <p:cNvSpPr txBox="1"/>
            <p:nvPr/>
          </p:nvSpPr>
          <p:spPr>
            <a:xfrm>
              <a:off x="76200" y="28575"/>
              <a:ext cx="660400" cy="708025"/>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488" name="Google Shape;488;p49"/>
          <p:cNvGrpSpPr/>
          <p:nvPr/>
        </p:nvGrpSpPr>
        <p:grpSpPr>
          <a:xfrm>
            <a:off x="3431167" y="2105146"/>
            <a:ext cx="934133" cy="934133"/>
            <a:chOff x="0" y="0"/>
            <a:chExt cx="812800" cy="812800"/>
          </a:xfrm>
        </p:grpSpPr>
        <p:sp>
          <p:nvSpPr>
            <p:cNvPr id="489" name="Google Shape;489;p4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90" name="Google Shape;490;p49"/>
            <p:cNvSpPr txBox="1"/>
            <p:nvPr/>
          </p:nvSpPr>
          <p:spPr>
            <a:xfrm>
              <a:off x="76200" y="28575"/>
              <a:ext cx="660400" cy="708025"/>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491" name="Google Shape;491;p49"/>
          <p:cNvGrpSpPr/>
          <p:nvPr/>
        </p:nvGrpSpPr>
        <p:grpSpPr>
          <a:xfrm>
            <a:off x="3431167" y="3405991"/>
            <a:ext cx="934133" cy="934133"/>
            <a:chOff x="0" y="0"/>
            <a:chExt cx="812800" cy="812800"/>
          </a:xfrm>
        </p:grpSpPr>
        <p:sp>
          <p:nvSpPr>
            <p:cNvPr id="492" name="Google Shape;492;p4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93" name="Google Shape;493;p49"/>
            <p:cNvSpPr txBox="1"/>
            <p:nvPr/>
          </p:nvSpPr>
          <p:spPr>
            <a:xfrm>
              <a:off x="76200" y="28575"/>
              <a:ext cx="660400" cy="708025"/>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494" name="Google Shape;494;p49"/>
          <p:cNvSpPr txBox="1"/>
          <p:nvPr/>
        </p:nvSpPr>
        <p:spPr>
          <a:xfrm>
            <a:off x="303261" y="1392060"/>
            <a:ext cx="3495007" cy="202883"/>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0" i="0" lang="ru" sz="1200" u="none" cap="none" strike="noStrike">
                <a:solidFill>
                  <a:srgbClr val="FFFFFF"/>
                </a:solidFill>
                <a:latin typeface="Archivo Black"/>
                <a:ea typeface="Archivo Black"/>
                <a:cs typeface="Archivo Black"/>
                <a:sym typeface="Archivo Black"/>
              </a:rPr>
              <a:t>How This Fits My Goals </a:t>
            </a:r>
            <a:endParaRPr sz="7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50"/>
          <p:cNvSpPr/>
          <p:nvPr/>
        </p:nvSpPr>
        <p:spPr>
          <a:xfrm>
            <a:off x="1352947" y="472704"/>
            <a:ext cx="5997274" cy="4198092"/>
          </a:xfrm>
          <a:custGeom>
            <a:rect b="b" l="l" r="r" t="t"/>
            <a:pathLst>
              <a:path extrusionOk="0" h="8396183" w="11994547">
                <a:moveTo>
                  <a:pt x="0" y="0"/>
                </a:moveTo>
                <a:lnTo>
                  <a:pt x="11994547" y="0"/>
                </a:lnTo>
                <a:lnTo>
                  <a:pt x="11994547" y="8396184"/>
                </a:lnTo>
                <a:lnTo>
                  <a:pt x="0" y="8396184"/>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51"/>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grpSp>
        <p:nvGrpSpPr>
          <p:cNvPr id="505" name="Google Shape;505;p51"/>
          <p:cNvGrpSpPr/>
          <p:nvPr/>
        </p:nvGrpSpPr>
        <p:grpSpPr>
          <a:xfrm>
            <a:off x="514350" y="4408563"/>
            <a:ext cx="1257300" cy="220587"/>
            <a:chOff x="0" y="-47625"/>
            <a:chExt cx="662281" cy="116195"/>
          </a:xfrm>
        </p:grpSpPr>
        <p:sp>
          <p:nvSpPr>
            <p:cNvPr id="506" name="Google Shape;506;p51"/>
            <p:cNvSpPr/>
            <p:nvPr/>
          </p:nvSpPr>
          <p:spPr>
            <a:xfrm>
              <a:off x="0" y="0"/>
              <a:ext cx="662281" cy="68570"/>
            </a:xfrm>
            <a:custGeom>
              <a:rect b="b" l="l" r="r" t="t"/>
              <a:pathLst>
                <a:path extrusionOk="0" h="68570" w="662281">
                  <a:moveTo>
                    <a:pt x="0" y="0"/>
                  </a:moveTo>
                  <a:lnTo>
                    <a:pt x="662281" y="0"/>
                  </a:lnTo>
                  <a:lnTo>
                    <a:pt x="662281" y="68570"/>
                  </a:lnTo>
                  <a:lnTo>
                    <a:pt x="0" y="68570"/>
                  </a:lnTo>
                  <a:close/>
                </a:path>
              </a:pathLst>
            </a:custGeom>
            <a:solidFill>
              <a:srgbClr val="004AAD"/>
            </a:solidFill>
            <a:ln>
              <a:noFill/>
            </a:ln>
          </p:spPr>
        </p:sp>
        <p:sp>
          <p:nvSpPr>
            <p:cNvPr id="507" name="Google Shape;507;p51"/>
            <p:cNvSpPr txBox="1"/>
            <p:nvPr/>
          </p:nvSpPr>
          <p:spPr>
            <a:xfrm>
              <a:off x="0" y="-47625"/>
              <a:ext cx="662281" cy="116195"/>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508" name="Google Shape;508;p51"/>
          <p:cNvSpPr txBox="1"/>
          <p:nvPr/>
        </p:nvSpPr>
        <p:spPr>
          <a:xfrm>
            <a:off x="514350" y="833862"/>
            <a:ext cx="2949174" cy="456457"/>
          </a:xfrm>
          <a:prstGeom prst="rect">
            <a:avLst/>
          </a:prstGeom>
          <a:noFill/>
          <a:ln>
            <a:noFill/>
          </a:ln>
        </p:spPr>
        <p:txBody>
          <a:bodyPr anchorCtr="0" anchor="t" bIns="0" lIns="0" spcFirstLastPara="1" rIns="0" wrap="square" tIns="0">
            <a:spAutoFit/>
          </a:bodyPr>
          <a:lstStyle/>
          <a:p>
            <a:pPr indent="0" lvl="0" marL="0" marR="0" rtl="0" algn="l">
              <a:lnSpc>
                <a:spcPct val="139996"/>
              </a:lnSpc>
              <a:spcBef>
                <a:spcPts val="0"/>
              </a:spcBef>
              <a:spcAft>
                <a:spcPts val="0"/>
              </a:spcAft>
              <a:buNone/>
            </a:pPr>
            <a:r>
              <a:rPr b="1" i="0" lang="ru" sz="2700" u="none" cap="none" strike="noStrike">
                <a:solidFill>
                  <a:srgbClr val="004AAD"/>
                </a:solidFill>
                <a:latin typeface="League Spartan"/>
                <a:ea typeface="League Spartan"/>
                <a:cs typeface="League Spartan"/>
                <a:sym typeface="League Spartan"/>
              </a:rPr>
              <a:t>CONCLUSION </a:t>
            </a:r>
            <a:endParaRPr sz="700"/>
          </a:p>
        </p:txBody>
      </p:sp>
      <p:sp>
        <p:nvSpPr>
          <p:cNvPr id="509" name="Google Shape;509;p51"/>
          <p:cNvSpPr txBox="1"/>
          <p:nvPr/>
        </p:nvSpPr>
        <p:spPr>
          <a:xfrm>
            <a:off x="514350" y="1424067"/>
            <a:ext cx="7065866" cy="2692071"/>
          </a:xfrm>
          <a:prstGeom prst="rect">
            <a:avLst/>
          </a:prstGeom>
          <a:noFill/>
          <a:ln>
            <a:noFill/>
          </a:ln>
        </p:spPr>
        <p:txBody>
          <a:bodyPr anchorCtr="0" anchor="t" bIns="0" lIns="0" spcFirstLastPara="1" rIns="0" wrap="square" tIns="0">
            <a:spAutoFit/>
          </a:bodyPr>
          <a:lstStyle/>
          <a:p>
            <a:pPr indent="0" lvl="0" marL="0" marR="0" rtl="0" algn="l">
              <a:lnSpc>
                <a:spcPct val="140043"/>
              </a:lnSpc>
              <a:spcBef>
                <a:spcPts val="0"/>
              </a:spcBef>
              <a:spcAft>
                <a:spcPts val="0"/>
              </a:spcAft>
              <a:buNone/>
            </a:pPr>
            <a:r>
              <a:rPr b="0" i="0" lang="ru" sz="1200" u="none" cap="none" strike="noStrike">
                <a:solidFill>
                  <a:srgbClr val="000000"/>
                </a:solidFill>
                <a:latin typeface="Poppins"/>
                <a:ea typeface="Poppins"/>
                <a:cs typeface="Poppins"/>
                <a:sym typeface="Poppins"/>
              </a:rPr>
              <a:t>Completing the Web Development certification has been a highly valuable experience that strengthened both my technical skills and my confidence in building real-world web applications. Over the past month, I dedicated more than 35 hours to learning and practicing HTML, CSS, and JavaScript, which allowed me to understand not only how websites are structured, but also how they behave and interact with users.</a:t>
            </a:r>
            <a:endParaRPr sz="700"/>
          </a:p>
          <a:p>
            <a:pPr indent="0" lvl="0" marL="0" marR="0" rtl="0" algn="l">
              <a:lnSpc>
                <a:spcPct val="140043"/>
              </a:lnSpc>
              <a:spcBef>
                <a:spcPts val="0"/>
              </a:spcBef>
              <a:spcAft>
                <a:spcPts val="0"/>
              </a:spcAft>
              <a:buNone/>
            </a:pPr>
            <a:r>
              <a:rPr b="0" i="0" lang="ru" sz="1200" u="none" cap="none" strike="noStrike">
                <a:solidFill>
                  <a:srgbClr val="000000"/>
                </a:solidFill>
                <a:latin typeface="Poppins"/>
                <a:ea typeface="Poppins"/>
                <a:cs typeface="Poppins"/>
                <a:sym typeface="Poppins"/>
              </a:rPr>
              <a:t>This certification helped me develop a strong foundation in front-end development, improve my problem-solving skills, and gain practical experience through hands-on exercises and project work. I now feel more prepared to continue my learning journey in web technologies and move toward more advanced tools, frameworks, or full-stack development.</a:t>
            </a:r>
            <a:endParaRPr sz="700"/>
          </a:p>
          <a:p>
            <a:pPr indent="0" lvl="0" marL="0" marR="0" rtl="0" algn="l">
              <a:lnSpc>
                <a:spcPct val="140043"/>
              </a:lnSpc>
              <a:spcBef>
                <a:spcPts val="0"/>
              </a:spcBef>
              <a:spcAft>
                <a:spcPts val="0"/>
              </a:spcAft>
              <a:buNone/>
            </a:pPr>
            <a:r>
              <a:rPr b="0" i="0" lang="ru" sz="1200" u="none" cap="none" strike="noStrike">
                <a:solidFill>
                  <a:srgbClr val="000000"/>
                </a:solidFill>
                <a:latin typeface="Poppins"/>
                <a:ea typeface="Poppins"/>
                <a:cs typeface="Poppins"/>
                <a:sym typeface="Poppins"/>
              </a:rPr>
              <a:t>Overall, this program proved to be a meaningful step in my professional growth, and it has motivated me to pursue further certifications to expand my expertise and stay competitive in the tech field.</a:t>
            </a:r>
            <a:endParaRPr sz="700"/>
          </a:p>
          <a:p>
            <a:pPr indent="0" lvl="0" marL="0" marR="0" rtl="0" algn="l">
              <a:lnSpc>
                <a:spcPct val="164129"/>
              </a:lnSpc>
              <a:spcBef>
                <a:spcPts val="0"/>
              </a:spcBef>
              <a:spcAft>
                <a:spcPts val="0"/>
              </a:spcAft>
              <a:buNone/>
            </a:pPr>
            <a:r>
              <a:t/>
            </a:r>
            <a:endParaRPr b="0" i="0" sz="1200" u="none" cap="none" strike="noStrike">
              <a:solidFill>
                <a:srgbClr val="000000"/>
              </a:solidFill>
              <a:latin typeface="Poppins"/>
              <a:ea typeface="Poppins"/>
              <a:cs typeface="Poppins"/>
              <a:sym typeface="Poppi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52"/>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grpSp>
        <p:nvGrpSpPr>
          <p:cNvPr id="515" name="Google Shape;515;p52"/>
          <p:cNvGrpSpPr/>
          <p:nvPr/>
        </p:nvGrpSpPr>
        <p:grpSpPr>
          <a:xfrm>
            <a:off x="5812363" y="4408563"/>
            <a:ext cx="1257300" cy="220587"/>
            <a:chOff x="0" y="-47625"/>
            <a:chExt cx="662281" cy="116195"/>
          </a:xfrm>
        </p:grpSpPr>
        <p:sp>
          <p:nvSpPr>
            <p:cNvPr id="516" name="Google Shape;516;p52"/>
            <p:cNvSpPr/>
            <p:nvPr/>
          </p:nvSpPr>
          <p:spPr>
            <a:xfrm>
              <a:off x="0" y="0"/>
              <a:ext cx="662281" cy="68570"/>
            </a:xfrm>
            <a:custGeom>
              <a:rect b="b" l="l" r="r" t="t"/>
              <a:pathLst>
                <a:path extrusionOk="0" h="68570" w="662281">
                  <a:moveTo>
                    <a:pt x="0" y="0"/>
                  </a:moveTo>
                  <a:lnTo>
                    <a:pt x="662281" y="0"/>
                  </a:lnTo>
                  <a:lnTo>
                    <a:pt x="662281" y="68570"/>
                  </a:lnTo>
                  <a:lnTo>
                    <a:pt x="0" y="68570"/>
                  </a:lnTo>
                  <a:close/>
                </a:path>
              </a:pathLst>
            </a:custGeom>
            <a:solidFill>
              <a:srgbClr val="004AAD"/>
            </a:solidFill>
            <a:ln>
              <a:noFill/>
            </a:ln>
          </p:spPr>
        </p:sp>
        <p:sp>
          <p:nvSpPr>
            <p:cNvPr id="517" name="Google Shape;517;p52"/>
            <p:cNvSpPr txBox="1"/>
            <p:nvPr/>
          </p:nvSpPr>
          <p:spPr>
            <a:xfrm>
              <a:off x="0" y="-47625"/>
              <a:ext cx="662281" cy="116195"/>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518" name="Google Shape;518;p52"/>
          <p:cNvSpPr txBox="1"/>
          <p:nvPr/>
        </p:nvSpPr>
        <p:spPr>
          <a:xfrm>
            <a:off x="5469907" y="1222817"/>
            <a:ext cx="2817287" cy="2770176"/>
          </a:xfrm>
          <a:prstGeom prst="rect">
            <a:avLst/>
          </a:prstGeom>
          <a:noFill/>
          <a:ln>
            <a:noFill/>
          </a:ln>
        </p:spPr>
        <p:txBody>
          <a:bodyPr anchorCtr="0" anchor="t" bIns="0" lIns="0" spcFirstLastPara="1" rIns="0" wrap="square" tIns="0">
            <a:spAutoFit/>
          </a:bodyPr>
          <a:lstStyle/>
          <a:p>
            <a:pPr indent="0" lvl="0" marL="0" marR="0" rtl="0" algn="l">
              <a:lnSpc>
                <a:spcPct val="140032"/>
              </a:lnSpc>
              <a:spcBef>
                <a:spcPts val="0"/>
              </a:spcBef>
              <a:spcAft>
                <a:spcPts val="0"/>
              </a:spcAft>
              <a:buNone/>
            </a:pPr>
            <a:r>
              <a:rPr b="0" i="0" lang="ru" sz="1600" u="none" cap="none" strike="noStrike">
                <a:solidFill>
                  <a:srgbClr val="000000"/>
                </a:solidFill>
                <a:latin typeface="Poppins"/>
                <a:ea typeface="Poppins"/>
                <a:cs typeface="Poppins"/>
                <a:sym typeface="Poppins"/>
              </a:rPr>
              <a:t> I earned this certificate by completing a course on the SoloLearn platform. The learning here was more basic and self-directed. The course helped me reinforce my skills in HTML, CSS, and JavaScript, and motivated me to practice and develop my own projects.</a:t>
            </a:r>
            <a:endParaRPr sz="700"/>
          </a:p>
        </p:txBody>
      </p:sp>
      <p:grpSp>
        <p:nvGrpSpPr>
          <p:cNvPr id="519" name="Google Shape;519;p52"/>
          <p:cNvGrpSpPr/>
          <p:nvPr/>
        </p:nvGrpSpPr>
        <p:grpSpPr>
          <a:xfrm>
            <a:off x="403225" y="312812"/>
            <a:ext cx="3495007" cy="4427463"/>
            <a:chOff x="0" y="-47625"/>
            <a:chExt cx="1840992" cy="2332162"/>
          </a:xfrm>
        </p:grpSpPr>
        <p:sp>
          <p:nvSpPr>
            <p:cNvPr id="520" name="Google Shape;520;p52"/>
            <p:cNvSpPr/>
            <p:nvPr/>
          </p:nvSpPr>
          <p:spPr>
            <a:xfrm>
              <a:off x="0" y="0"/>
              <a:ext cx="1840992" cy="2284537"/>
            </a:xfrm>
            <a:custGeom>
              <a:rect b="b" l="l" r="r" t="t"/>
              <a:pathLst>
                <a:path extrusionOk="0" h="2284537" w="1840992">
                  <a:moveTo>
                    <a:pt x="56486" y="0"/>
                  </a:moveTo>
                  <a:lnTo>
                    <a:pt x="1784506" y="0"/>
                  </a:lnTo>
                  <a:cubicBezTo>
                    <a:pt x="1799487" y="0"/>
                    <a:pt x="1813854" y="5951"/>
                    <a:pt x="1824447" y="16544"/>
                  </a:cubicBezTo>
                  <a:cubicBezTo>
                    <a:pt x="1835041" y="27138"/>
                    <a:pt x="1840992" y="41505"/>
                    <a:pt x="1840992" y="56486"/>
                  </a:cubicBezTo>
                  <a:lnTo>
                    <a:pt x="1840992" y="2228051"/>
                  </a:lnTo>
                  <a:cubicBezTo>
                    <a:pt x="1840992" y="2243032"/>
                    <a:pt x="1835041" y="2257399"/>
                    <a:pt x="1824447" y="2267992"/>
                  </a:cubicBezTo>
                  <a:cubicBezTo>
                    <a:pt x="1813854" y="2278586"/>
                    <a:pt x="1799487" y="2284537"/>
                    <a:pt x="1784506" y="2284537"/>
                  </a:cubicBezTo>
                  <a:lnTo>
                    <a:pt x="56486" y="2284537"/>
                  </a:lnTo>
                  <a:cubicBezTo>
                    <a:pt x="41505" y="2284537"/>
                    <a:pt x="27138" y="2278586"/>
                    <a:pt x="16544" y="2267992"/>
                  </a:cubicBezTo>
                  <a:cubicBezTo>
                    <a:pt x="5951" y="2257399"/>
                    <a:pt x="0" y="2243032"/>
                    <a:pt x="0" y="2228051"/>
                  </a:cubicBezTo>
                  <a:lnTo>
                    <a:pt x="0" y="56486"/>
                  </a:lnTo>
                  <a:cubicBezTo>
                    <a:pt x="0" y="41505"/>
                    <a:pt x="5951" y="27138"/>
                    <a:pt x="16544" y="16544"/>
                  </a:cubicBezTo>
                  <a:cubicBezTo>
                    <a:pt x="27138" y="5951"/>
                    <a:pt x="41505" y="0"/>
                    <a:pt x="56486" y="0"/>
                  </a:cubicBezTo>
                  <a:close/>
                </a:path>
              </a:pathLst>
            </a:custGeom>
            <a:solidFill>
              <a:srgbClr val="004AA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21" name="Google Shape;521;p52"/>
            <p:cNvSpPr txBox="1"/>
            <p:nvPr/>
          </p:nvSpPr>
          <p:spPr>
            <a:xfrm>
              <a:off x="0" y="-47625"/>
              <a:ext cx="1840992" cy="2332162"/>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522" name="Google Shape;522;p52"/>
          <p:cNvSpPr txBox="1"/>
          <p:nvPr/>
        </p:nvSpPr>
        <p:spPr>
          <a:xfrm>
            <a:off x="778968" y="1261418"/>
            <a:ext cx="2530952" cy="3078706"/>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b="0" i="0" lang="ru" sz="1000" u="none" cap="none" strike="noStrike">
                <a:solidFill>
                  <a:srgbClr val="FFFFFF"/>
                </a:solidFill>
                <a:latin typeface="Poppins"/>
                <a:ea typeface="Poppins"/>
                <a:cs typeface="Poppins"/>
                <a:sym typeface="Poppins"/>
              </a:rPr>
              <a:t>Coursera — Programming Foundations with JavaScript, HTML and CSS</a:t>
            </a:r>
            <a:endParaRPr sz="700"/>
          </a:p>
          <a:p>
            <a:pPr indent="0" lvl="0" marL="0" marR="0" rtl="0" algn="ctr">
              <a:lnSpc>
                <a:spcPct val="140008"/>
              </a:lnSpc>
              <a:spcBef>
                <a:spcPts val="0"/>
              </a:spcBef>
              <a:spcAft>
                <a:spcPts val="0"/>
              </a:spcAft>
              <a:buNone/>
            </a:pPr>
            <a:r>
              <a:rPr b="0" i="0" lang="ru" sz="1100" u="none" cap="none" strike="noStrike">
                <a:solidFill>
                  <a:srgbClr val="FFFFFF"/>
                </a:solidFill>
                <a:latin typeface="Poppins"/>
                <a:ea typeface="Poppins"/>
                <a:cs typeface="Poppins"/>
                <a:sym typeface="Poppins"/>
              </a:rPr>
              <a:t> I completed this course on Coursera, offered by Duke University. During the course, I learned the fundamentals of web development: HTML, CSS, JavaScript, working with user interfaces, and basic programming principles. This certificate confirms that I successfully completed structured learning on a reputable educational platform, where the material is delivered systematically and accompanied by practical assignments.</a:t>
            </a:r>
            <a:endParaRPr sz="700"/>
          </a:p>
        </p:txBody>
      </p:sp>
      <p:grpSp>
        <p:nvGrpSpPr>
          <p:cNvPr id="523" name="Google Shape;523;p52"/>
          <p:cNvGrpSpPr/>
          <p:nvPr/>
        </p:nvGrpSpPr>
        <p:grpSpPr>
          <a:xfrm>
            <a:off x="3431167" y="2105146"/>
            <a:ext cx="934133" cy="934133"/>
            <a:chOff x="0" y="0"/>
            <a:chExt cx="812800" cy="812800"/>
          </a:xfrm>
        </p:grpSpPr>
        <p:sp>
          <p:nvSpPr>
            <p:cNvPr id="524" name="Google Shape;524;p5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25" name="Google Shape;525;p52"/>
            <p:cNvSpPr txBox="1"/>
            <p:nvPr/>
          </p:nvSpPr>
          <p:spPr>
            <a:xfrm>
              <a:off x="76200" y="28575"/>
              <a:ext cx="660400" cy="708025"/>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526" name="Google Shape;526;p52"/>
          <p:cNvGrpSpPr/>
          <p:nvPr/>
        </p:nvGrpSpPr>
        <p:grpSpPr>
          <a:xfrm>
            <a:off x="3431167" y="3405991"/>
            <a:ext cx="934133" cy="934133"/>
            <a:chOff x="0" y="0"/>
            <a:chExt cx="812800" cy="812800"/>
          </a:xfrm>
        </p:grpSpPr>
        <p:sp>
          <p:nvSpPr>
            <p:cNvPr id="527" name="Google Shape;527;p5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28" name="Google Shape;528;p52"/>
            <p:cNvSpPr txBox="1"/>
            <p:nvPr/>
          </p:nvSpPr>
          <p:spPr>
            <a:xfrm>
              <a:off x="76200" y="28575"/>
              <a:ext cx="660400" cy="708025"/>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529" name="Google Shape;529;p52"/>
          <p:cNvSpPr txBox="1"/>
          <p:nvPr/>
        </p:nvSpPr>
        <p:spPr>
          <a:xfrm>
            <a:off x="403225" y="724854"/>
            <a:ext cx="3495007" cy="386397"/>
          </a:xfrm>
          <a:prstGeom prst="rect">
            <a:avLst/>
          </a:prstGeom>
          <a:noFill/>
          <a:ln>
            <a:noFill/>
          </a:ln>
        </p:spPr>
        <p:txBody>
          <a:bodyPr anchorCtr="0" anchor="t" bIns="0" lIns="0" spcFirstLastPara="1" rIns="0" wrap="square" tIns="0">
            <a:spAutoFit/>
          </a:bodyPr>
          <a:lstStyle/>
          <a:p>
            <a:pPr indent="0" lvl="0" marL="0" marR="0" rtl="0" algn="ctr">
              <a:lnSpc>
                <a:spcPct val="140018"/>
              </a:lnSpc>
              <a:spcBef>
                <a:spcPts val="0"/>
              </a:spcBef>
              <a:spcAft>
                <a:spcPts val="0"/>
              </a:spcAft>
              <a:buNone/>
            </a:pPr>
            <a:r>
              <a:rPr b="0" i="0" lang="ru" sz="1100" u="none" cap="none" strike="noStrike">
                <a:solidFill>
                  <a:srgbClr val="FFFFFF"/>
                </a:solidFill>
                <a:latin typeface="Archivo Black"/>
                <a:ea typeface="Archivo Black"/>
                <a:cs typeface="Archivo Black"/>
                <a:sym typeface="Archivo Black"/>
              </a:rPr>
              <a:t>Coursera — Programming Foundations with JavaScript, HTML and CSS</a:t>
            </a:r>
            <a:endParaRPr sz="700"/>
          </a:p>
        </p:txBody>
      </p:sp>
      <p:sp>
        <p:nvSpPr>
          <p:cNvPr id="530" name="Google Shape;530;p52"/>
          <p:cNvSpPr txBox="1"/>
          <p:nvPr/>
        </p:nvSpPr>
        <p:spPr>
          <a:xfrm>
            <a:off x="4755053" y="760514"/>
            <a:ext cx="3770055" cy="30797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ru" sz="1800" u="none" cap="none" strike="noStrike">
                <a:solidFill>
                  <a:srgbClr val="000000"/>
                </a:solidFill>
                <a:latin typeface="Archivo Black"/>
                <a:ea typeface="Archivo Black"/>
                <a:cs typeface="Archivo Black"/>
                <a:sym typeface="Archivo Black"/>
              </a:rPr>
              <a:t>SoloLearn — Web Development</a:t>
            </a:r>
            <a:endParaRPr sz="7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53"/>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grpSp>
        <p:nvGrpSpPr>
          <p:cNvPr id="536" name="Google Shape;536;p53"/>
          <p:cNvGrpSpPr/>
          <p:nvPr/>
        </p:nvGrpSpPr>
        <p:grpSpPr>
          <a:xfrm>
            <a:off x="514350" y="4408563"/>
            <a:ext cx="1257300" cy="220587"/>
            <a:chOff x="0" y="-47625"/>
            <a:chExt cx="662281" cy="116195"/>
          </a:xfrm>
        </p:grpSpPr>
        <p:sp>
          <p:nvSpPr>
            <p:cNvPr id="537" name="Google Shape;537;p53"/>
            <p:cNvSpPr/>
            <p:nvPr/>
          </p:nvSpPr>
          <p:spPr>
            <a:xfrm>
              <a:off x="0" y="0"/>
              <a:ext cx="662281" cy="68570"/>
            </a:xfrm>
            <a:custGeom>
              <a:rect b="b" l="l" r="r" t="t"/>
              <a:pathLst>
                <a:path extrusionOk="0" h="68570" w="662281">
                  <a:moveTo>
                    <a:pt x="0" y="0"/>
                  </a:moveTo>
                  <a:lnTo>
                    <a:pt x="662281" y="0"/>
                  </a:lnTo>
                  <a:lnTo>
                    <a:pt x="662281" y="68570"/>
                  </a:lnTo>
                  <a:lnTo>
                    <a:pt x="0" y="68570"/>
                  </a:lnTo>
                  <a:close/>
                </a:path>
              </a:pathLst>
            </a:custGeom>
            <a:solidFill>
              <a:srgbClr val="004AAD"/>
            </a:solidFill>
            <a:ln>
              <a:noFill/>
            </a:ln>
          </p:spPr>
        </p:sp>
        <p:sp>
          <p:nvSpPr>
            <p:cNvPr id="538" name="Google Shape;538;p53"/>
            <p:cNvSpPr txBox="1"/>
            <p:nvPr/>
          </p:nvSpPr>
          <p:spPr>
            <a:xfrm>
              <a:off x="0" y="-47625"/>
              <a:ext cx="662281" cy="116195"/>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539" name="Google Shape;539;p53"/>
          <p:cNvSpPr txBox="1"/>
          <p:nvPr/>
        </p:nvSpPr>
        <p:spPr>
          <a:xfrm>
            <a:off x="514350" y="902992"/>
            <a:ext cx="3733276" cy="456458"/>
          </a:xfrm>
          <a:prstGeom prst="rect">
            <a:avLst/>
          </a:prstGeom>
          <a:noFill/>
          <a:ln>
            <a:noFill/>
          </a:ln>
        </p:spPr>
        <p:txBody>
          <a:bodyPr anchorCtr="0" anchor="t" bIns="0" lIns="0" spcFirstLastPara="1" rIns="0" wrap="square" tIns="0">
            <a:spAutoFit/>
          </a:bodyPr>
          <a:lstStyle/>
          <a:p>
            <a:pPr indent="0" lvl="0" marL="0" marR="0" rtl="0" algn="l">
              <a:lnSpc>
                <a:spcPct val="139996"/>
              </a:lnSpc>
              <a:spcBef>
                <a:spcPts val="0"/>
              </a:spcBef>
              <a:spcAft>
                <a:spcPts val="0"/>
              </a:spcAft>
              <a:buNone/>
            </a:pPr>
            <a:r>
              <a:rPr b="0" i="0" lang="ru" sz="2700" u="none" cap="none" strike="noStrike">
                <a:solidFill>
                  <a:srgbClr val="004AAD"/>
                </a:solidFill>
                <a:latin typeface="League Spartan"/>
                <a:ea typeface="League Spartan"/>
                <a:cs typeface="League Spartan"/>
                <a:sym typeface="League Spartan"/>
              </a:rPr>
              <a:t>COMPARISON:</a:t>
            </a:r>
            <a:endParaRPr sz="700"/>
          </a:p>
        </p:txBody>
      </p:sp>
      <p:sp>
        <p:nvSpPr>
          <p:cNvPr id="540" name="Google Shape;540;p53"/>
          <p:cNvSpPr txBox="1"/>
          <p:nvPr/>
        </p:nvSpPr>
        <p:spPr>
          <a:xfrm>
            <a:off x="843656" y="1492430"/>
            <a:ext cx="7456688" cy="2731304"/>
          </a:xfrm>
          <a:prstGeom prst="rect">
            <a:avLst/>
          </a:prstGeom>
          <a:noFill/>
          <a:ln>
            <a:noFill/>
          </a:ln>
        </p:spPr>
        <p:txBody>
          <a:bodyPr anchorCtr="0" anchor="t" bIns="0" lIns="0" spcFirstLastPara="1" rIns="0" wrap="square" tIns="0">
            <a:spAutoFit/>
          </a:bodyPr>
          <a:lstStyle/>
          <a:p>
            <a:pPr indent="-152400" lvl="1" marL="304800" marR="0" rtl="0" algn="l">
              <a:lnSpc>
                <a:spcPct val="140021"/>
              </a:lnSpc>
              <a:spcBef>
                <a:spcPts val="0"/>
              </a:spcBef>
              <a:spcAft>
                <a:spcPts val="0"/>
              </a:spcAft>
              <a:buClr>
                <a:srgbClr val="000000"/>
              </a:buClr>
              <a:buSzPts val="1400"/>
              <a:buFont typeface="Arial"/>
              <a:buChar char="•"/>
            </a:pPr>
            <a:r>
              <a:rPr b="0" i="0" lang="ru" sz="1400" u="none" cap="none" strike="noStrike">
                <a:solidFill>
                  <a:srgbClr val="000000"/>
                </a:solidFill>
                <a:latin typeface="Poppins"/>
                <a:ea typeface="Poppins"/>
                <a:cs typeface="Poppins"/>
                <a:sym typeface="Poppins"/>
              </a:rPr>
              <a:t>Both courses confirm my knowledge in web development, but Coursera provides more structured and academically recognized training.</a:t>
            </a:r>
            <a:endParaRPr sz="700"/>
          </a:p>
          <a:p>
            <a:pPr indent="-152400" lvl="1" marL="304800" marR="0" rtl="0" algn="l">
              <a:lnSpc>
                <a:spcPct val="140021"/>
              </a:lnSpc>
              <a:spcBef>
                <a:spcPts val="0"/>
              </a:spcBef>
              <a:spcAft>
                <a:spcPts val="0"/>
              </a:spcAft>
              <a:buClr>
                <a:srgbClr val="000000"/>
              </a:buClr>
              <a:buSzPts val="1400"/>
              <a:buFont typeface="Arial"/>
              <a:buChar char="•"/>
            </a:pPr>
            <a:r>
              <a:rPr b="0" i="0" lang="ru" sz="1400" u="none" cap="none" strike="noStrike">
                <a:solidFill>
                  <a:srgbClr val="000000"/>
                </a:solidFill>
                <a:latin typeface="Poppins"/>
                <a:ea typeface="Poppins"/>
                <a:cs typeface="Poppins"/>
                <a:sym typeface="Poppins"/>
              </a:rPr>
              <a:t>The SoloLearn certificate demonstrates my independence and commitment to continuous learning.</a:t>
            </a:r>
            <a:endParaRPr sz="700"/>
          </a:p>
          <a:p>
            <a:pPr indent="-152400" lvl="1" marL="304800" marR="0" rtl="0" algn="l">
              <a:lnSpc>
                <a:spcPct val="140021"/>
              </a:lnSpc>
              <a:spcBef>
                <a:spcPts val="0"/>
              </a:spcBef>
              <a:spcAft>
                <a:spcPts val="0"/>
              </a:spcAft>
              <a:buClr>
                <a:srgbClr val="000000"/>
              </a:buClr>
              <a:buSzPts val="1400"/>
              <a:buFont typeface="Arial"/>
              <a:buChar char="•"/>
            </a:pPr>
            <a:r>
              <a:rPr b="0" i="0" lang="ru" sz="1400" u="none" cap="none" strike="noStrike">
                <a:solidFill>
                  <a:srgbClr val="000000"/>
                </a:solidFill>
                <a:latin typeface="Poppins"/>
                <a:ea typeface="Poppins"/>
                <a:cs typeface="Poppins"/>
                <a:sym typeface="Poppins"/>
              </a:rPr>
              <a:t>While the Coursera certificate can serve as serious proof of competency for work or studies, the SoloLearn certificate highlights initiative and practical motivation.</a:t>
            </a:r>
            <a:endParaRPr sz="700"/>
          </a:p>
          <a:p>
            <a:pPr indent="0" lvl="0" marL="0" marR="0" rtl="0" algn="l">
              <a:lnSpc>
                <a:spcPct val="140021"/>
              </a:lnSpc>
              <a:spcBef>
                <a:spcPts val="0"/>
              </a:spcBef>
              <a:spcAft>
                <a:spcPts val="0"/>
              </a:spcAft>
              <a:buNone/>
            </a:pPr>
            <a:r>
              <a:rPr b="0" i="0" lang="ru" sz="1400" u="none" cap="none" strike="noStrike">
                <a:solidFill>
                  <a:srgbClr val="000000"/>
                </a:solidFill>
                <a:latin typeface="Poppins"/>
                <a:ea typeface="Poppins"/>
                <a:cs typeface="Poppins"/>
                <a:sym typeface="Poppins"/>
              </a:rPr>
              <a:t>Together, both certificates show my dedication to growing in web development: first thoroughly learning the material through Coursera, and then reinforcing my skills with SoloLearn.</a:t>
            </a:r>
            <a:endParaRPr sz="700"/>
          </a:p>
          <a:p>
            <a:pPr indent="0" lvl="0" marL="0" marR="0" rtl="0" algn="l">
              <a:lnSpc>
                <a:spcPct val="140021"/>
              </a:lnSpc>
              <a:spcBef>
                <a:spcPts val="0"/>
              </a:spcBef>
              <a:spcAft>
                <a:spcPts val="0"/>
              </a:spcAft>
              <a:buNone/>
            </a:pPr>
            <a:r>
              <a:t/>
            </a:r>
            <a:endParaRPr b="0" i="0" sz="1400" u="none" cap="none" strike="noStrike">
              <a:solidFill>
                <a:srgbClr val="000000"/>
              </a:solidFill>
              <a:latin typeface="Poppins"/>
              <a:ea typeface="Poppins"/>
              <a:cs typeface="Poppins"/>
              <a:sym typeface="Poppi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54"/>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546" name="Google Shape;546;p54"/>
          <p:cNvSpPr txBox="1"/>
          <p:nvPr/>
        </p:nvSpPr>
        <p:spPr>
          <a:xfrm>
            <a:off x="1969746" y="667776"/>
            <a:ext cx="5608122" cy="456457"/>
          </a:xfrm>
          <a:prstGeom prst="rect">
            <a:avLst/>
          </a:prstGeom>
          <a:noFill/>
          <a:ln>
            <a:noFill/>
          </a:ln>
        </p:spPr>
        <p:txBody>
          <a:bodyPr anchorCtr="0" anchor="t" bIns="0" lIns="0" spcFirstLastPara="1" rIns="0" wrap="square" tIns="0">
            <a:spAutoFit/>
          </a:bodyPr>
          <a:lstStyle/>
          <a:p>
            <a:pPr indent="0" lvl="0" marL="0" marR="0" rtl="0" algn="l">
              <a:lnSpc>
                <a:spcPct val="139996"/>
              </a:lnSpc>
              <a:spcBef>
                <a:spcPts val="0"/>
              </a:spcBef>
              <a:spcAft>
                <a:spcPts val="0"/>
              </a:spcAft>
              <a:buNone/>
            </a:pPr>
            <a:r>
              <a:rPr b="0" i="0" lang="ru" sz="2700" u="none" cap="none" strike="noStrike">
                <a:solidFill>
                  <a:srgbClr val="004AAD"/>
                </a:solidFill>
                <a:latin typeface="League Spartan"/>
                <a:ea typeface="League Spartan"/>
                <a:cs typeface="League Spartan"/>
                <a:sym typeface="League Spartan"/>
              </a:rPr>
              <a:t>OVERALL CONCLUSION:</a:t>
            </a:r>
            <a:endParaRPr sz="700"/>
          </a:p>
        </p:txBody>
      </p:sp>
      <p:sp>
        <p:nvSpPr>
          <p:cNvPr id="547" name="Google Shape;547;p54"/>
          <p:cNvSpPr txBox="1"/>
          <p:nvPr/>
        </p:nvSpPr>
        <p:spPr>
          <a:xfrm>
            <a:off x="749565" y="1261444"/>
            <a:ext cx="7254630" cy="3253411"/>
          </a:xfrm>
          <a:prstGeom prst="rect">
            <a:avLst/>
          </a:prstGeom>
          <a:noFill/>
          <a:ln>
            <a:noFill/>
          </a:ln>
        </p:spPr>
        <p:txBody>
          <a:bodyPr anchorCtr="0" anchor="t" bIns="0" lIns="0" spcFirstLastPara="1" rIns="0" wrap="square" tIns="0">
            <a:spAutoFit/>
          </a:bodyPr>
          <a:lstStyle/>
          <a:p>
            <a:pPr indent="0" lvl="0" marL="0" marR="0" rtl="0" algn="l">
              <a:lnSpc>
                <a:spcPct val="140030"/>
              </a:lnSpc>
              <a:spcBef>
                <a:spcPts val="0"/>
              </a:spcBef>
              <a:spcAft>
                <a:spcPts val="0"/>
              </a:spcAft>
              <a:buNone/>
            </a:pPr>
            <a:r>
              <a:rPr b="0" i="0" lang="ru" sz="1700" u="none" cap="none" strike="noStrike">
                <a:solidFill>
                  <a:srgbClr val="000000"/>
                </a:solidFill>
                <a:latin typeface="Poppins"/>
                <a:ea typeface="Poppins"/>
                <a:cs typeface="Poppins"/>
                <a:sym typeface="Poppins"/>
              </a:rPr>
              <a:t>Both certificates demonstrate my dedication to learning and improving my skills in web development. The Coursera certificate reflects structured, academically recognized training, providing a solid foundation in HTML, CSS, and JavaScript. The SoloLearn certificate highlights my initiative, self-motivation, and commitment to continuous practice and project development. Together, they showcase a balanced combination of formal learning and hands-on experience, proving that I am capable of applying my knowledge in real-world web development tasks and continuously advancing my skills.</a:t>
            </a:r>
            <a:endParaRPr sz="700"/>
          </a:p>
          <a:p>
            <a:pPr indent="0" lvl="0" marL="0" marR="0" rtl="0" algn="l">
              <a:lnSpc>
                <a:spcPct val="140030"/>
              </a:lnSpc>
              <a:spcBef>
                <a:spcPts val="0"/>
              </a:spcBef>
              <a:spcAft>
                <a:spcPts val="0"/>
              </a:spcAft>
              <a:buNone/>
            </a:pPr>
            <a:r>
              <a:t/>
            </a:r>
            <a:endParaRPr b="0" i="0" sz="1700" u="none" cap="none" strike="noStrike">
              <a:solidFill>
                <a:srgbClr val="000000"/>
              </a:solidFill>
              <a:latin typeface="Poppins"/>
              <a:ea typeface="Poppins"/>
              <a:cs typeface="Poppins"/>
              <a:sym typeface="Poppi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55"/>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57" l="0" r="0" t="-9258"/>
            </a:stretch>
          </a:blipFill>
          <a:ln>
            <a:noFill/>
          </a:ln>
        </p:spPr>
      </p:sp>
      <p:grpSp>
        <p:nvGrpSpPr>
          <p:cNvPr id="553" name="Google Shape;553;p55"/>
          <p:cNvGrpSpPr/>
          <p:nvPr/>
        </p:nvGrpSpPr>
        <p:grpSpPr>
          <a:xfrm>
            <a:off x="-349250" y="1471687"/>
            <a:ext cx="2622550" cy="756802"/>
            <a:chOff x="0" y="-47625"/>
            <a:chExt cx="1381426" cy="398645"/>
          </a:xfrm>
        </p:grpSpPr>
        <p:sp>
          <p:nvSpPr>
            <p:cNvPr id="554" name="Google Shape;554;p55"/>
            <p:cNvSpPr/>
            <p:nvPr/>
          </p:nvSpPr>
          <p:spPr>
            <a:xfrm>
              <a:off x="0" y="0"/>
              <a:ext cx="1381426" cy="351020"/>
            </a:xfrm>
            <a:custGeom>
              <a:rect b="b" l="l" r="r" t="t"/>
              <a:pathLst>
                <a:path extrusionOk="0" h="351020" w="1381426">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55" name="Google Shape;555;p55"/>
            <p:cNvSpPr txBox="1"/>
            <p:nvPr/>
          </p:nvSpPr>
          <p:spPr>
            <a:xfrm>
              <a:off x="0" y="-47625"/>
              <a:ext cx="1381426" cy="398645"/>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556" name="Google Shape;556;p55"/>
          <p:cNvGrpSpPr/>
          <p:nvPr/>
        </p:nvGrpSpPr>
        <p:grpSpPr>
          <a:xfrm>
            <a:off x="6870700" y="1471687"/>
            <a:ext cx="2559050" cy="756802"/>
            <a:chOff x="0" y="-47625"/>
            <a:chExt cx="1347977" cy="398645"/>
          </a:xfrm>
        </p:grpSpPr>
        <p:sp>
          <p:nvSpPr>
            <p:cNvPr id="557" name="Google Shape;557;p55"/>
            <p:cNvSpPr/>
            <p:nvPr/>
          </p:nvSpPr>
          <p:spPr>
            <a:xfrm>
              <a:off x="0" y="0"/>
              <a:ext cx="1347977" cy="351020"/>
            </a:xfrm>
            <a:custGeom>
              <a:rect b="b" l="l" r="r" t="t"/>
              <a:pathLst>
                <a:path extrusionOk="0" h="351020" w="1347977">
                  <a:moveTo>
                    <a:pt x="77145" y="0"/>
                  </a:moveTo>
                  <a:lnTo>
                    <a:pt x="1270832" y="0"/>
                  </a:lnTo>
                  <a:cubicBezTo>
                    <a:pt x="1291292" y="0"/>
                    <a:pt x="1310914" y="8128"/>
                    <a:pt x="1325382" y="22595"/>
                  </a:cubicBezTo>
                  <a:cubicBezTo>
                    <a:pt x="1339849" y="37063"/>
                    <a:pt x="1347977" y="56685"/>
                    <a:pt x="1347977" y="77145"/>
                  </a:cubicBezTo>
                  <a:lnTo>
                    <a:pt x="1347977" y="273874"/>
                  </a:lnTo>
                  <a:cubicBezTo>
                    <a:pt x="1347977" y="316480"/>
                    <a:pt x="1313438" y="351020"/>
                    <a:pt x="1270832" y="351020"/>
                  </a:cubicBezTo>
                  <a:lnTo>
                    <a:pt x="77145" y="351020"/>
                  </a:lnTo>
                  <a:cubicBezTo>
                    <a:pt x="34539" y="351020"/>
                    <a:pt x="0" y="316480"/>
                    <a:pt x="0" y="273874"/>
                  </a:cubicBezTo>
                  <a:lnTo>
                    <a:pt x="0" y="77145"/>
                  </a:lnTo>
                  <a:cubicBezTo>
                    <a:pt x="0" y="34539"/>
                    <a:pt x="34539" y="0"/>
                    <a:pt x="77145" y="0"/>
                  </a:cubicBezTo>
                  <a:close/>
                </a:path>
              </a:pathLst>
            </a:custGeom>
            <a:solidFill>
              <a:srgbClr val="004AAD"/>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58" name="Google Shape;558;p55"/>
            <p:cNvSpPr txBox="1"/>
            <p:nvPr/>
          </p:nvSpPr>
          <p:spPr>
            <a:xfrm>
              <a:off x="0" y="-47625"/>
              <a:ext cx="1347977" cy="398645"/>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559" name="Google Shape;559;p55"/>
          <p:cNvSpPr txBox="1"/>
          <p:nvPr/>
        </p:nvSpPr>
        <p:spPr>
          <a:xfrm>
            <a:off x="2466648" y="1595799"/>
            <a:ext cx="4210703" cy="632690"/>
          </a:xfrm>
          <a:prstGeom prst="rect">
            <a:avLst/>
          </a:prstGeom>
          <a:noFill/>
          <a:ln>
            <a:noFill/>
          </a:ln>
        </p:spPr>
        <p:txBody>
          <a:bodyPr anchorCtr="0" anchor="t" bIns="0" lIns="0" spcFirstLastPara="1" rIns="0" wrap="square" tIns="0">
            <a:spAutoFit/>
          </a:bodyPr>
          <a:lstStyle/>
          <a:p>
            <a:pPr indent="0" lvl="0" marL="0" marR="0" rtl="0" algn="ctr">
              <a:lnSpc>
                <a:spcPct val="139989"/>
              </a:lnSpc>
              <a:spcBef>
                <a:spcPts val="0"/>
              </a:spcBef>
              <a:spcAft>
                <a:spcPts val="0"/>
              </a:spcAft>
              <a:buNone/>
            </a:pPr>
            <a:r>
              <a:rPr b="1" i="0" lang="ru" sz="3700" u="none" cap="none" strike="noStrike">
                <a:solidFill>
                  <a:srgbClr val="004AAD"/>
                </a:solidFill>
                <a:latin typeface="League Spartan"/>
                <a:ea typeface="League Spartan"/>
                <a:cs typeface="League Spartan"/>
                <a:sym typeface="League Spartan"/>
              </a:rPr>
              <a:t>THANK YOU</a:t>
            </a:r>
            <a:endParaRPr sz="700"/>
          </a:p>
        </p:txBody>
      </p:sp>
      <p:sp>
        <p:nvSpPr>
          <p:cNvPr id="560" name="Google Shape;560;p55"/>
          <p:cNvSpPr/>
          <p:nvPr/>
        </p:nvSpPr>
        <p:spPr>
          <a:xfrm>
            <a:off x="2276068" y="3403475"/>
            <a:ext cx="381162" cy="381162"/>
          </a:xfrm>
          <a:custGeom>
            <a:rect b="b" l="l" r="r" t="t"/>
            <a:pathLst>
              <a:path extrusionOk="0" h="762324" w="762324">
                <a:moveTo>
                  <a:pt x="0" y="0"/>
                </a:moveTo>
                <a:lnTo>
                  <a:pt x="762323" y="0"/>
                </a:lnTo>
                <a:lnTo>
                  <a:pt x="762323" y="762324"/>
                </a:lnTo>
                <a:lnTo>
                  <a:pt x="0" y="762324"/>
                </a:lnTo>
                <a:lnTo>
                  <a:pt x="0" y="0"/>
                </a:lnTo>
                <a:close/>
              </a:path>
            </a:pathLst>
          </a:custGeom>
          <a:blipFill rotWithShape="1">
            <a:blip r:embed="rId4">
              <a:alphaModFix/>
            </a:blip>
            <a:stretch>
              <a:fillRect b="0" l="0" r="0" t="0"/>
            </a:stretch>
          </a:blipFill>
          <a:ln>
            <a:noFill/>
          </a:ln>
        </p:spPr>
      </p:sp>
      <p:sp>
        <p:nvSpPr>
          <p:cNvPr id="561" name="Google Shape;561;p55"/>
          <p:cNvSpPr txBox="1"/>
          <p:nvPr/>
        </p:nvSpPr>
        <p:spPr>
          <a:xfrm>
            <a:off x="2781993" y="3431754"/>
            <a:ext cx="3580014" cy="286503"/>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ru" sz="1700" u="none" cap="none" strike="noStrike">
                <a:solidFill>
                  <a:srgbClr val="000000"/>
                </a:solidFill>
                <a:latin typeface="Roboto"/>
                <a:ea typeface="Roboto"/>
                <a:cs typeface="Roboto"/>
                <a:sym typeface="Roboto"/>
              </a:rPr>
              <a:t>hayathansatymbekova@gmail.com</a:t>
            </a:r>
            <a:endParaRPr sz="700"/>
          </a:p>
        </p:txBody>
      </p:sp>
      <p:sp>
        <p:nvSpPr>
          <p:cNvPr id="562" name="Google Shape;562;p55"/>
          <p:cNvSpPr txBox="1"/>
          <p:nvPr/>
        </p:nvSpPr>
        <p:spPr>
          <a:xfrm>
            <a:off x="1245433" y="2533650"/>
            <a:ext cx="7773389" cy="577016"/>
          </a:xfrm>
          <a:prstGeom prst="rect">
            <a:avLst/>
          </a:prstGeom>
          <a:noFill/>
          <a:ln>
            <a:noFill/>
          </a:ln>
        </p:spPr>
        <p:txBody>
          <a:bodyPr anchorCtr="0" anchor="t" bIns="0" lIns="0" spcFirstLastPara="1" rIns="0" wrap="square" tIns="0">
            <a:spAutoFit/>
          </a:bodyPr>
          <a:lstStyle/>
          <a:p>
            <a:pPr indent="-184150" lvl="1" marL="355600" marR="0" rtl="0" algn="l">
              <a:lnSpc>
                <a:spcPct val="140000"/>
              </a:lnSpc>
              <a:spcBef>
                <a:spcPts val="0"/>
              </a:spcBef>
              <a:spcAft>
                <a:spcPts val="0"/>
              </a:spcAft>
              <a:buClr>
                <a:srgbClr val="000000"/>
              </a:buClr>
              <a:buSzPts val="1700"/>
              <a:buFont typeface="Arial"/>
              <a:buChar char="•"/>
            </a:pPr>
            <a:r>
              <a:rPr b="0" i="0" lang="ru" sz="1700" u="none" cap="none" strike="noStrike">
                <a:solidFill>
                  <a:srgbClr val="000000"/>
                </a:solidFill>
                <a:latin typeface="Roboto"/>
                <a:ea typeface="Roboto"/>
                <a:cs typeface="Roboto"/>
                <a:sym typeface="Roboto"/>
              </a:rPr>
              <a:t>https://coursera.org/share/9fe8efd392131b022b2282ac160aa898</a:t>
            </a:r>
            <a:endParaRPr sz="700"/>
          </a:p>
          <a:p>
            <a:pPr indent="-184150" lvl="1" marL="355600" marR="0" rtl="0" algn="l">
              <a:lnSpc>
                <a:spcPct val="140000"/>
              </a:lnSpc>
              <a:spcBef>
                <a:spcPts val="0"/>
              </a:spcBef>
              <a:spcAft>
                <a:spcPts val="0"/>
              </a:spcAft>
              <a:buClr>
                <a:srgbClr val="000000"/>
              </a:buClr>
              <a:buSzPts val="1700"/>
              <a:buFont typeface="Arial"/>
              <a:buChar char="•"/>
            </a:pPr>
            <a:r>
              <a:rPr b="0" i="0" lang="ru" sz="1700" u="none" cap="none" strike="noStrike">
                <a:solidFill>
                  <a:srgbClr val="000000"/>
                </a:solidFill>
                <a:latin typeface="Roboto"/>
                <a:ea typeface="Roboto"/>
                <a:cs typeface="Roboto"/>
                <a:sym typeface="Roboto"/>
              </a:rPr>
              <a:t>https://www.sololearn.com/certificates/CC-TXQBIBO6</a:t>
            </a:r>
            <a:endParaRPr sz="7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